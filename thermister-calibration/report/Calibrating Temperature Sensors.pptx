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IBM Plex Sans"/>
      <p:regular r:id="rId21"/>
      <p:bold r:id="rId22"/>
      <p:italic r:id="rId23"/>
      <p:boldItalic r:id="rId24"/>
    </p:embeddedFont>
    <p:embeddedFont>
      <p:font typeface="IBM Plex Sans Light"/>
      <p:regular r:id="rId25"/>
      <p:bold r:id="rId26"/>
      <p:italic r:id="rId27"/>
      <p:boldItalic r:id="rId28"/>
    </p:embeddedFont>
    <p:embeddedFont>
      <p:font typeface="IBM Plex Sans Medium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IBMPlexSans-bold.fntdata"/><Relationship Id="rId21" Type="http://schemas.openxmlformats.org/officeDocument/2006/relationships/font" Target="fonts/IBMPlexSans-regular.fntdata"/><Relationship Id="rId24" Type="http://schemas.openxmlformats.org/officeDocument/2006/relationships/font" Target="fonts/IBMPlexSans-boldItalic.fntdata"/><Relationship Id="rId23" Type="http://schemas.openxmlformats.org/officeDocument/2006/relationships/font" Target="fonts/IBMPlex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BMPlexSansLight-bold.fntdata"/><Relationship Id="rId25" Type="http://schemas.openxmlformats.org/officeDocument/2006/relationships/font" Target="fonts/IBMPlexSansLight-regular.fntdata"/><Relationship Id="rId28" Type="http://schemas.openxmlformats.org/officeDocument/2006/relationships/font" Target="fonts/IBMPlexSansLight-boldItalic.fntdata"/><Relationship Id="rId27" Type="http://schemas.openxmlformats.org/officeDocument/2006/relationships/font" Target="fonts/IBMPlexSansLigh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BMPlexSansMedium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BMPlexSansMedium-italic.fntdata"/><Relationship Id="rId30" Type="http://schemas.openxmlformats.org/officeDocument/2006/relationships/font" Target="fonts/IBMPlexSansMedium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IBMPlexSansMedium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6" name="Google Shape;43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" name="Google Shape;47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Goal: calibrate an NTC thermistor against the DS18B20 (reference, ±0.5 °C), then measure how fast the thermistor responds. The DS18B20 talks over 1-Wire: one data pin plus ground; the data pin is open-drain.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0" name="Google Shape;48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NTC + fixed resistor form a voltage divider read by the Arduino ADC (10-bit, 0-1023). The 3.3 kOhm value is as stated on the slide; confirm it against the lab sheet before presenting.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4" name="Google Shape;49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Three valid runs were used for calibration (1 heating, 2 cooling); other runs had a stuck ADC channel. The response-time test is a separate step test: room-temperature water to ice bath and back.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7" name="Google Shape;52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Outliers are points more than 2.5 standard deviations (1.38 °C) from the cooling fit. Data audit: heating 1079 logged -&gt; 1078 used; cooling 4252 logged -&gt; 4241 used.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6" name="Google Shape;54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Degree 1-3 polynomials were fitted to T vs ADC. The cubic cuts the straight-line S-shaped error (up to about 4 °C) to an RMSE of about 0.5 °C. Global fit: R² = 0.999, RMSE 0.54 °C. The 95 % prediction band is a rough guide: residuals are correlated in time (Durbin-Watson ~0.02), so the quoted standard errors are too small. Do not use the cubic outside 0-98 °C.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3" name="Google Shape;56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Because the ADC reference is the supply rail, the reading is ratiometric: ADC = 1023 * Rf / (Rntc + Rf). Rearranging gives r = (1023 - ADC)/ADC. Arrhenius: R(T) = R0 exp[beta(1/T - 1/T0)], T0 = 298.15 K, beta = Eg / 2kB. Taking ln gives a straight line in 1/T; A = 1/beta and B = -c/beta give the formula used in the logger.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4" name="Google Shape;59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Left: linearised Arrhenius plot with the straight-line fit. Right: predicted vs reference temperature (RMSE 0.598 °C). Two parameters (beta and r0) versus four for the cubic.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4" name="Google Shape;60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Compared the heating and cooling cubic fits over the shared ADC range 309-849: max gap 1.163 °C (1.16 % of full scale), mean 0.608 °C. Causes: (1) different thermal time constants of the NTC bead and the reference probe; (2) the difference of two cubics is always a smooth wave crossing zero (near ADC 500), so part of it is a maths effect; (3) bath gradients if stirring is poor. The mean gap is smaller than the reference uncertainty.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7" name="Google Shape;61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Ranges from the notebook: cubic 0.102-0.195 °C/count, beta-model 0.101-0.245 °C/count. This plot was redrawn for the slide from the fitted coefficients (cubic and beta-model) with larger fonts; minimum/maximum agree with the notebook output. One ADC count is the smallest step the logger can resolve, so this is also the quantisation step in °C.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2" name="Google Shape;63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Response log from the second configuration. Anomaly: one spike at t = 495.8 s removed. The first cycle and the last, unfinished piece were dropped, leaving 3 periods (top = room, bottom = ice). Red = room-temperature plateau, blue = ice plateau, green = transition. The model is Newton's law of cooling with a delay: flat until t0, then exponential.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7" name="Google Shape;64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Pooled fit: one tau, start and end temperature shared by the 3 periods, own delay per period. Cubic calibration: heating tau = 3.54 s (jackknife SE 0.32 s), cooling tau = 7.66 s (SE 2.17 s). beta-model: 3.32 s and 8.61 s. 10-90 % times 7.78 s and 16.83 s. The heating fit is good; the cooling fit leaves systematic residuals (up to a few degrees near the start) and a larger uncertainty, so treat 7.7 s as approximate. The standard errors come from leaving one of only 3 periods out. We did not test why cooling is slower.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9" name="Google Shape;66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Reference: DS18B20 spec is ±0.5 °C (-10 to +85 °C); the report assumes about ±1 °C in practice. ADC step: the sensitivity dT/dADC (0.10-0.25 °C per count) is the quantisation step. Fit: Durbin-Watson ~0.02 for cooling, so standard errors are too small; the 95 % prediction band is a rough guide. Process: apparent hysteresis up to 1.16 °C is attributed to thermal lag/gradients. Self-heating from the divider current was not measured here. No datasheet beta value was available for a percent-error comparison.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4" name="Google Shape;70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Cubic: empirical, marginally better inside the measured range. Beta-model: physical, half the parameters; its physical basis should make it safer outside 0-98 °C, but that was not tested with our data. One calibration serves both heating and cooling because the 0.6 °C mean gap is below the reference uncertainty. Limits: 3 usable runs, 0-98 °C, reference only ±0.5 °C.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" name="Google Shape;11;p2"/>
          <p:cNvSpPr/>
          <p:nvPr/>
        </p:nvSpPr>
        <p:spPr>
          <a:xfrm rot="-5400000">
            <a:off x="5097975" y="1801250"/>
            <a:ext cx="8097300" cy="8097300"/>
          </a:xfrm>
          <a:prstGeom prst="arc">
            <a:avLst>
              <a:gd fmla="val 16801206" name="adj1"/>
              <a:gd fmla="val 13212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pc="0" sz="1400" u="none" cap="none" strike="noStrike">
                <a:solidFill>
                  <a:schemeClr val="accent6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 </a:t>
            </a:r>
            <a:endParaRPr b="0" i="0" spc="0" sz="1400" u="none" cap="none" strike="noStrike"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12" name="Google Shape;12;p2"/>
          <p:cNvSpPr/>
          <p:nvPr/>
        </p:nvSpPr>
        <p:spPr>
          <a:xfrm rot="-5400000">
            <a:off x="6469500" y="3176690"/>
            <a:ext cx="5354400" cy="5354700"/>
          </a:xfrm>
          <a:prstGeom prst="arc">
            <a:avLst>
              <a:gd fmla="val 17122104" name="adj1"/>
              <a:gd fmla="val 642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pc="0" sz="1400" u="none" cap="none" strike="noStrike">
                <a:solidFill>
                  <a:schemeClr val="accent6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 </a:t>
            </a:r>
            <a:endParaRPr b="0" i="0" spc="0" sz="1400" u="none" cap="none" strike="noStrike"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13" name="Google Shape;13;p2"/>
          <p:cNvSpPr/>
          <p:nvPr/>
        </p:nvSpPr>
        <p:spPr>
          <a:xfrm rot="-5400000">
            <a:off x="7851600" y="4554800"/>
            <a:ext cx="2590200" cy="2590500"/>
          </a:xfrm>
          <a:prstGeom prst="arc">
            <a:avLst>
              <a:gd fmla="val 18179106" name="adj1"/>
              <a:gd fmla="val 13212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cxnSp>
        <p:nvCxnSpPr>
          <p:cNvPr id="14" name="Google Shape;14;p2"/>
          <p:cNvCxnSpPr/>
          <p:nvPr/>
        </p:nvCxnSpPr>
        <p:spPr>
          <a:xfrm>
            <a:off x="-3700" y="3178475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" name="Google Shape;15;p2"/>
          <p:cNvCxnSpPr/>
          <p:nvPr/>
        </p:nvCxnSpPr>
        <p:spPr>
          <a:xfrm>
            <a:off x="-3700" y="455545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2"/>
          <p:cNvSpPr/>
          <p:nvPr/>
        </p:nvSpPr>
        <p:spPr>
          <a:xfrm>
            <a:off x="-704795" y="3178455"/>
            <a:ext cx="1377000" cy="1377000"/>
          </a:xfrm>
          <a:prstGeom prst="arc">
            <a:avLst>
              <a:gd fmla="val 16292481" name="adj1"/>
              <a:gd fmla="val 5314968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17" name="Google Shape;17;p2"/>
          <p:cNvSpPr/>
          <p:nvPr/>
        </p:nvSpPr>
        <p:spPr>
          <a:xfrm rot="10800000">
            <a:off x="8451707" y="1801501"/>
            <a:ext cx="1377000" cy="1377000"/>
          </a:xfrm>
          <a:prstGeom prst="arc">
            <a:avLst>
              <a:gd fmla="val 16200000" name="adj1"/>
              <a:gd fmla="val 5431293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18" name="Google Shape;18;p2"/>
          <p:cNvSpPr/>
          <p:nvPr/>
        </p:nvSpPr>
        <p:spPr>
          <a:xfrm rot="-5400000">
            <a:off x="5151857" y="4555451"/>
            <a:ext cx="1377000" cy="1377000"/>
          </a:xfrm>
          <a:prstGeom prst="arc">
            <a:avLst>
              <a:gd fmla="val 16691316" name="adj1"/>
              <a:gd fmla="val 4902631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19" name="Google Shape;19;p2"/>
          <p:cNvSpPr txBox="1"/>
          <p:nvPr>
            <p:ph type="title"/>
          </p:nvPr>
        </p:nvSpPr>
        <p:spPr>
          <a:xfrm>
            <a:off x="436725" y="713744"/>
            <a:ext cx="4182300" cy="17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/>
        </p:txBody>
      </p:sp>
      <p:sp>
        <p:nvSpPr>
          <p:cNvPr id="20" name="Google Shape;20;p2"/>
          <p:cNvSpPr txBox="1"/>
          <p:nvPr>
            <p:ph idx="1" type="subTitle"/>
          </p:nvPr>
        </p:nvSpPr>
        <p:spPr>
          <a:xfrm>
            <a:off x="436725" y="4683700"/>
            <a:ext cx="4346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1" name="Google Shape;21;p2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2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" name="Google Shape;23;p2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CUSTOM_2_1">
    <p:bg>
      <p:bgPr>
        <a:solidFill>
          <a:schemeClr val="dk2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/>
          <p:nvPr/>
        </p:nvSpPr>
        <p:spPr>
          <a:xfrm flipH="1" rot="5400000">
            <a:off x="-2420625" y="3029200"/>
            <a:ext cx="7621800" cy="7621800"/>
          </a:xfrm>
          <a:prstGeom prst="arc">
            <a:avLst>
              <a:gd fmla="val 17782811" name="adj1"/>
              <a:gd fmla="val 1289626" name="adj2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 b="0" i="0" spc="0" sz="1400" u="none" cap="none" strike="noStrike"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6" name="Google Shape;26;p3"/>
          <p:cNvSpPr txBox="1"/>
          <p:nvPr>
            <p:ph type="title"/>
          </p:nvPr>
        </p:nvSpPr>
        <p:spPr>
          <a:xfrm>
            <a:off x="436725" y="647525"/>
            <a:ext cx="27180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" type="subTitle"/>
          </p:nvPr>
        </p:nvSpPr>
        <p:spPr>
          <a:xfrm>
            <a:off x="6444950" y="728275"/>
            <a:ext cx="22221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" name="Google Shape;28;p3"/>
          <p:cNvSpPr/>
          <p:nvPr/>
        </p:nvSpPr>
        <p:spPr>
          <a:xfrm flipH="1">
            <a:off x="53468" y="3098413"/>
            <a:ext cx="1296900" cy="12969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9" name="Google Shape;29;p3"/>
          <p:cNvCxnSpPr/>
          <p:nvPr/>
        </p:nvCxnSpPr>
        <p:spPr>
          <a:xfrm rot="10800000">
            <a:off x="1390200" y="4326200"/>
            <a:ext cx="77538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" name="Google Shape;30;p3"/>
          <p:cNvSpPr/>
          <p:nvPr/>
        </p:nvSpPr>
        <p:spPr>
          <a:xfrm flipH="1" rot="5400000">
            <a:off x="-1129814" y="4323837"/>
            <a:ext cx="5040000" cy="5040300"/>
          </a:xfrm>
          <a:prstGeom prst="arc">
            <a:avLst>
              <a:gd fmla="val 18735356" name="adj1"/>
              <a:gd fmla="val 2015187" name="adj2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 b="0" i="0" spc="0" sz="1400" u="none" cap="none" strike="noStrike"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1" name="Google Shape;31;p3"/>
          <p:cNvSpPr/>
          <p:nvPr/>
        </p:nvSpPr>
        <p:spPr>
          <a:xfrm flipH="1" rot="5400000">
            <a:off x="3295500" y="4326000"/>
            <a:ext cx="1299900" cy="1299900"/>
          </a:xfrm>
          <a:prstGeom prst="arc">
            <a:avLst>
              <a:gd fmla="val 15272596" name="adj1"/>
              <a:gd fmla="val 6315880" name="adj2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2" name="Google Shape;32;p3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3" name="Google Shape;33;p3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" name="Google Shape;34;p3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3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3"/>
          <p:cNvSpPr txBox="1"/>
          <p:nvPr>
            <p:ph idx="4" type="subTitle"/>
          </p:nvPr>
        </p:nvSpPr>
        <p:spPr>
          <a:xfrm>
            <a:off x="6444950" y="1235225"/>
            <a:ext cx="22221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" name="Google Shape;37;p3"/>
          <p:cNvSpPr txBox="1"/>
          <p:nvPr>
            <p:ph idx="5" type="subTitle"/>
          </p:nvPr>
        </p:nvSpPr>
        <p:spPr>
          <a:xfrm>
            <a:off x="6444950" y="1742175"/>
            <a:ext cx="22221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3"/>
          <p:cNvSpPr txBox="1"/>
          <p:nvPr>
            <p:ph idx="6" type="subTitle"/>
          </p:nvPr>
        </p:nvSpPr>
        <p:spPr>
          <a:xfrm>
            <a:off x="6444950" y="2249125"/>
            <a:ext cx="22221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3"/>
          <p:cNvSpPr txBox="1"/>
          <p:nvPr>
            <p:ph idx="7" type="subTitle"/>
          </p:nvPr>
        </p:nvSpPr>
        <p:spPr>
          <a:xfrm>
            <a:off x="6444950" y="2756075"/>
            <a:ext cx="22221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3"/>
          <p:cNvSpPr txBox="1"/>
          <p:nvPr>
            <p:ph idx="8" type="subTitle"/>
          </p:nvPr>
        </p:nvSpPr>
        <p:spPr>
          <a:xfrm>
            <a:off x="6444950" y="3263025"/>
            <a:ext cx="22221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3"/>
          <p:cNvSpPr txBox="1"/>
          <p:nvPr>
            <p:ph idx="9" type="subTitle"/>
          </p:nvPr>
        </p:nvSpPr>
        <p:spPr>
          <a:xfrm>
            <a:off x="6080700" y="728275"/>
            <a:ext cx="3066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3"/>
          <p:cNvSpPr txBox="1"/>
          <p:nvPr>
            <p:ph idx="13" type="subTitle"/>
          </p:nvPr>
        </p:nvSpPr>
        <p:spPr>
          <a:xfrm>
            <a:off x="6080700" y="1235225"/>
            <a:ext cx="3066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3"/>
          <p:cNvSpPr txBox="1"/>
          <p:nvPr>
            <p:ph idx="14" type="subTitle"/>
          </p:nvPr>
        </p:nvSpPr>
        <p:spPr>
          <a:xfrm>
            <a:off x="6080700" y="1742175"/>
            <a:ext cx="3066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3"/>
          <p:cNvSpPr txBox="1"/>
          <p:nvPr>
            <p:ph idx="15" type="subTitle"/>
          </p:nvPr>
        </p:nvSpPr>
        <p:spPr>
          <a:xfrm>
            <a:off x="6080700" y="2249125"/>
            <a:ext cx="3066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3"/>
          <p:cNvSpPr txBox="1"/>
          <p:nvPr>
            <p:ph idx="16" type="subTitle"/>
          </p:nvPr>
        </p:nvSpPr>
        <p:spPr>
          <a:xfrm>
            <a:off x="6080700" y="2756075"/>
            <a:ext cx="3066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3"/>
          <p:cNvSpPr txBox="1"/>
          <p:nvPr>
            <p:ph idx="17" type="subTitle"/>
          </p:nvPr>
        </p:nvSpPr>
        <p:spPr>
          <a:xfrm>
            <a:off x="6080700" y="3263025"/>
            <a:ext cx="3066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1">
  <p:cSld name="CUSTOM_3">
    <p:bg>
      <p:bgPr>
        <a:solidFill>
          <a:schemeClr val="lt2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oogle Shape;48;p4"/>
          <p:cNvGrpSpPr/>
          <p:nvPr/>
        </p:nvGrpSpPr>
        <p:grpSpPr>
          <a:xfrm>
            <a:off x="1108912" y="-888525"/>
            <a:ext cx="6928500" cy="6928500"/>
            <a:chOff x="1108912" y="-888525"/>
            <a:chExt cx="6928500" cy="6928500"/>
          </a:xfrm>
        </p:grpSpPr>
        <p:sp>
          <p:nvSpPr>
            <p:cNvPr id="49" name="Google Shape;49;p4"/>
            <p:cNvSpPr/>
            <p:nvPr/>
          </p:nvSpPr>
          <p:spPr>
            <a:xfrm flipH="1" rot="5400000">
              <a:off x="1108912" y="-888525"/>
              <a:ext cx="6928500" cy="6928500"/>
            </a:xfrm>
            <a:prstGeom prst="arc">
              <a:avLst>
                <a:gd fmla="val 13322266" name="adj1"/>
                <a:gd fmla="val 19087432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pc="0" sz="1400" u="none" cap="none" strike="noStrike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50" name="Google Shape;50;p4"/>
            <p:cNvSpPr/>
            <p:nvPr/>
          </p:nvSpPr>
          <p:spPr>
            <a:xfrm rot="-5400000">
              <a:off x="1108912" y="-888525"/>
              <a:ext cx="6928500" cy="6928500"/>
            </a:xfrm>
            <a:prstGeom prst="arc">
              <a:avLst>
                <a:gd fmla="val 13322266" name="adj1"/>
                <a:gd fmla="val 19087432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pc="0" sz="1400" u="none" cap="none" strike="noStrike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51" name="Google Shape;51;p4"/>
            <p:cNvSpPr/>
            <p:nvPr/>
          </p:nvSpPr>
          <p:spPr>
            <a:xfrm rot="-5400000">
              <a:off x="1702778" y="-307275"/>
              <a:ext cx="5766000" cy="5766000"/>
            </a:xfrm>
            <a:prstGeom prst="arc">
              <a:avLst>
                <a:gd fmla="val 12406996" name="adj1"/>
                <a:gd fmla="val 20017194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pc="0" sz="1400" u="none" cap="none" strike="noStrike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52" name="Google Shape;52;p4"/>
            <p:cNvSpPr/>
            <p:nvPr/>
          </p:nvSpPr>
          <p:spPr>
            <a:xfrm flipH="1" rot="5400000">
              <a:off x="1690162" y="-307275"/>
              <a:ext cx="5766000" cy="5766000"/>
            </a:xfrm>
            <a:prstGeom prst="arc">
              <a:avLst>
                <a:gd fmla="val 12413905" name="adj1"/>
                <a:gd fmla="val 20023999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pc="0" sz="1400" u="none" cap="none" strike="noStrike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53" name="Google Shape;53;p4"/>
            <p:cNvSpPr/>
            <p:nvPr/>
          </p:nvSpPr>
          <p:spPr>
            <a:xfrm>
              <a:off x="1111750" y="2278050"/>
              <a:ext cx="587400" cy="5874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54" name="Google Shape;54;p4"/>
            <p:cNvSpPr/>
            <p:nvPr/>
          </p:nvSpPr>
          <p:spPr>
            <a:xfrm>
              <a:off x="2535025" y="384000"/>
              <a:ext cx="587400" cy="5874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55" name="Google Shape;55;p4"/>
            <p:cNvSpPr/>
            <p:nvPr/>
          </p:nvSpPr>
          <p:spPr>
            <a:xfrm>
              <a:off x="6142273" y="4078071"/>
              <a:ext cx="587400" cy="5874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56" name="Google Shape;56;p4"/>
            <p:cNvSpPr/>
            <p:nvPr/>
          </p:nvSpPr>
          <p:spPr>
            <a:xfrm>
              <a:off x="7262625" y="1194175"/>
              <a:ext cx="587400" cy="5874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57" name="Google Shape;57;p4"/>
          <p:cNvSpPr/>
          <p:nvPr/>
        </p:nvSpPr>
        <p:spPr>
          <a:xfrm>
            <a:off x="2296450" y="286150"/>
            <a:ext cx="4571100" cy="4571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8" name="Google Shape;58;p4"/>
          <p:cNvSpPr txBox="1"/>
          <p:nvPr>
            <p:ph idx="1" type="subTitle"/>
          </p:nvPr>
        </p:nvSpPr>
        <p:spPr>
          <a:xfrm>
            <a:off x="3212350" y="1345755"/>
            <a:ext cx="27192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" name="Google Shape;59;p4"/>
          <p:cNvSpPr txBox="1"/>
          <p:nvPr>
            <p:ph type="title"/>
          </p:nvPr>
        </p:nvSpPr>
        <p:spPr>
          <a:xfrm>
            <a:off x="2659075" y="1755300"/>
            <a:ext cx="38496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0" name="Google Shape;60;p4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61" name="Google Shape;61;p4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4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3" name="Google Shape;63;p4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BLANK_1_1_1_1_1_1_1_1_1_1_1_1_1_1">
    <p:bg>
      <p:bgPr>
        <a:solidFill>
          <a:schemeClr val="lt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"/>
          <p:cNvSpPr txBox="1"/>
          <p:nvPr>
            <p:ph idx="1" type="subTitle"/>
          </p:nvPr>
        </p:nvSpPr>
        <p:spPr>
          <a:xfrm>
            <a:off x="436725" y="2248775"/>
            <a:ext cx="19869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" name="Google Shape;66;p5"/>
          <p:cNvSpPr txBox="1"/>
          <p:nvPr>
            <p:ph type="title"/>
          </p:nvPr>
        </p:nvSpPr>
        <p:spPr>
          <a:xfrm>
            <a:off x="436725" y="457200"/>
            <a:ext cx="82302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" name="Google Shape;67;p5"/>
          <p:cNvSpPr txBox="1"/>
          <p:nvPr>
            <p:ph idx="2" type="subTitle"/>
          </p:nvPr>
        </p:nvSpPr>
        <p:spPr>
          <a:xfrm>
            <a:off x="3527938" y="2248775"/>
            <a:ext cx="19869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" name="Google Shape;68;p5"/>
          <p:cNvSpPr txBox="1"/>
          <p:nvPr>
            <p:ph idx="3" type="subTitle"/>
          </p:nvPr>
        </p:nvSpPr>
        <p:spPr>
          <a:xfrm>
            <a:off x="6461650" y="2248775"/>
            <a:ext cx="19869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" name="Google Shape;69;p5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0" name="Google Shape;70;p5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5"/>
          <p:cNvSpPr txBox="1"/>
          <p:nvPr>
            <p:ph idx="4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" name="Google Shape;72;p5"/>
          <p:cNvSpPr txBox="1"/>
          <p:nvPr>
            <p:ph idx="5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3" name="Google Shape;73;p5"/>
          <p:cNvSpPr txBox="1"/>
          <p:nvPr>
            <p:ph idx="6" type="body"/>
          </p:nvPr>
        </p:nvSpPr>
        <p:spPr>
          <a:xfrm>
            <a:off x="436725" y="3086800"/>
            <a:ext cx="1986900" cy="1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" name="Google Shape;74;p5"/>
          <p:cNvSpPr txBox="1"/>
          <p:nvPr>
            <p:ph idx="7" type="body"/>
          </p:nvPr>
        </p:nvSpPr>
        <p:spPr>
          <a:xfrm>
            <a:off x="3528025" y="3086800"/>
            <a:ext cx="1986900" cy="1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" name="Google Shape;75;p5"/>
          <p:cNvSpPr txBox="1"/>
          <p:nvPr>
            <p:ph idx="8" type="body"/>
          </p:nvPr>
        </p:nvSpPr>
        <p:spPr>
          <a:xfrm>
            <a:off x="6461575" y="3086800"/>
            <a:ext cx="1986900" cy="1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8">
  <p:cSld name="CUSTOM_11_1_1">
    <p:bg>
      <p:bgPr>
        <a:solidFill>
          <a:schemeClr val="dk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7" name="Google Shape;77;p6"/>
          <p:cNvCxnSpPr/>
          <p:nvPr/>
        </p:nvCxnSpPr>
        <p:spPr>
          <a:xfrm>
            <a:off x="3146975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6"/>
          <p:cNvSpPr txBox="1"/>
          <p:nvPr>
            <p:ph idx="1" type="subTitle"/>
          </p:nvPr>
        </p:nvSpPr>
        <p:spPr>
          <a:xfrm>
            <a:off x="436725" y="814800"/>
            <a:ext cx="23019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6"/>
          <p:cNvSpPr txBox="1"/>
          <p:nvPr>
            <p:ph type="title"/>
          </p:nvPr>
        </p:nvSpPr>
        <p:spPr>
          <a:xfrm>
            <a:off x="436725" y="1231825"/>
            <a:ext cx="2301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" name="Google Shape;80;p6"/>
          <p:cNvSpPr txBox="1"/>
          <p:nvPr>
            <p:ph idx="2" type="subTitle"/>
          </p:nvPr>
        </p:nvSpPr>
        <p:spPr>
          <a:xfrm>
            <a:off x="3687450" y="814800"/>
            <a:ext cx="9492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1" name="Google Shape;81;p6"/>
          <p:cNvSpPr txBox="1"/>
          <p:nvPr>
            <p:ph idx="3" type="subTitle"/>
          </p:nvPr>
        </p:nvSpPr>
        <p:spPr>
          <a:xfrm>
            <a:off x="5948075" y="814800"/>
            <a:ext cx="26910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82" name="Google Shape;82;p6"/>
          <p:cNvSpPr txBox="1"/>
          <p:nvPr>
            <p:ph idx="4" type="subTitle"/>
          </p:nvPr>
        </p:nvSpPr>
        <p:spPr>
          <a:xfrm>
            <a:off x="3687450" y="1835100"/>
            <a:ext cx="9492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3" name="Google Shape;83;p6"/>
          <p:cNvSpPr txBox="1"/>
          <p:nvPr>
            <p:ph idx="5" type="subTitle"/>
          </p:nvPr>
        </p:nvSpPr>
        <p:spPr>
          <a:xfrm>
            <a:off x="5948075" y="1835100"/>
            <a:ext cx="26910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84" name="Google Shape;84;p6"/>
          <p:cNvSpPr txBox="1"/>
          <p:nvPr>
            <p:ph idx="6" type="subTitle"/>
          </p:nvPr>
        </p:nvSpPr>
        <p:spPr>
          <a:xfrm>
            <a:off x="3687450" y="2855400"/>
            <a:ext cx="9492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5" name="Google Shape;85;p6"/>
          <p:cNvSpPr txBox="1"/>
          <p:nvPr>
            <p:ph idx="7" type="subTitle"/>
          </p:nvPr>
        </p:nvSpPr>
        <p:spPr>
          <a:xfrm>
            <a:off x="5948075" y="2855400"/>
            <a:ext cx="26910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86" name="Google Shape;86;p6"/>
          <p:cNvSpPr txBox="1"/>
          <p:nvPr>
            <p:ph idx="8" type="subTitle"/>
          </p:nvPr>
        </p:nvSpPr>
        <p:spPr>
          <a:xfrm>
            <a:off x="3687450" y="3875700"/>
            <a:ext cx="9492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7" name="Google Shape;87;p6"/>
          <p:cNvSpPr txBox="1"/>
          <p:nvPr>
            <p:ph idx="9" type="subTitle"/>
          </p:nvPr>
        </p:nvSpPr>
        <p:spPr>
          <a:xfrm>
            <a:off x="5948075" y="3875700"/>
            <a:ext cx="26910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9pPr>
          </a:lstStyle>
          <a:p/>
        </p:txBody>
      </p:sp>
      <p:grpSp>
        <p:nvGrpSpPr>
          <p:cNvPr id="88" name="Google Shape;88;p6"/>
          <p:cNvGrpSpPr/>
          <p:nvPr/>
        </p:nvGrpSpPr>
        <p:grpSpPr>
          <a:xfrm>
            <a:off x="-2496534" y="3870995"/>
            <a:ext cx="6226684" cy="6226684"/>
            <a:chOff x="-3059650" y="1891300"/>
            <a:chExt cx="7160400" cy="7160400"/>
          </a:xfrm>
        </p:grpSpPr>
        <p:sp>
          <p:nvSpPr>
            <p:cNvPr id="89" name="Google Shape;89;p6"/>
            <p:cNvSpPr/>
            <p:nvPr/>
          </p:nvSpPr>
          <p:spPr>
            <a:xfrm flipH="1" rot="5400000">
              <a:off x="-3059650" y="1891300"/>
              <a:ext cx="7160400" cy="7160400"/>
            </a:xfrm>
            <a:prstGeom prst="arc">
              <a:avLst>
                <a:gd fmla="val 18371962" name="adj1"/>
                <a:gd fmla="val 692576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pc="0" sz="1400" u="none" cap="none" strike="noStrike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90" name="Google Shape;90;p6"/>
            <p:cNvSpPr/>
            <p:nvPr/>
          </p:nvSpPr>
          <p:spPr>
            <a:xfrm flipH="1" rot="5400000">
              <a:off x="-1851199" y="3109695"/>
              <a:ext cx="4734900" cy="4735200"/>
            </a:xfrm>
            <a:prstGeom prst="arc">
              <a:avLst>
                <a:gd fmla="val 20003341" name="adj1"/>
                <a:gd fmla="val 1051650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pc="0" sz="1400" u="none" cap="none" strike="noStrike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91" name="Google Shape;91;p6"/>
            <p:cNvSpPr/>
            <p:nvPr/>
          </p:nvSpPr>
          <p:spPr>
            <a:xfrm>
              <a:off x="558070" y="1959534"/>
              <a:ext cx="1218600" cy="12186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92" name="Google Shape;92;p6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93" name="Google Shape;93;p6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6"/>
          <p:cNvSpPr txBox="1"/>
          <p:nvPr>
            <p:ph idx="13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5" name="Google Shape;95;p6"/>
          <p:cNvSpPr txBox="1"/>
          <p:nvPr>
            <p:ph idx="14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3">
  <p:cSld name="CUSTOM_8_1_1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"/>
          <p:cNvSpPr txBox="1"/>
          <p:nvPr>
            <p:ph idx="1" type="subTitle"/>
          </p:nvPr>
        </p:nvSpPr>
        <p:spPr>
          <a:xfrm>
            <a:off x="6446974" y="814800"/>
            <a:ext cx="22200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8" name="Google Shape;98;p7"/>
          <p:cNvSpPr txBox="1"/>
          <p:nvPr>
            <p:ph idx="2" type="subTitle"/>
          </p:nvPr>
        </p:nvSpPr>
        <p:spPr>
          <a:xfrm>
            <a:off x="436725" y="814800"/>
            <a:ext cx="41823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9" name="Google Shape;99;p7"/>
          <p:cNvSpPr txBox="1"/>
          <p:nvPr>
            <p:ph type="title"/>
          </p:nvPr>
        </p:nvSpPr>
        <p:spPr>
          <a:xfrm>
            <a:off x="436725" y="1231825"/>
            <a:ext cx="4182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00" name="Google Shape;100;p7"/>
          <p:cNvSpPr txBox="1"/>
          <p:nvPr>
            <p:ph idx="3" type="subTitle"/>
          </p:nvPr>
        </p:nvSpPr>
        <p:spPr>
          <a:xfrm>
            <a:off x="436725" y="1961998"/>
            <a:ext cx="41823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1" name="Google Shape;101;p7"/>
          <p:cNvSpPr txBox="1"/>
          <p:nvPr>
            <p:ph idx="4" type="subTitle"/>
          </p:nvPr>
        </p:nvSpPr>
        <p:spPr>
          <a:xfrm>
            <a:off x="436725" y="3219125"/>
            <a:ext cx="21864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02" name="Google Shape;102;p7"/>
          <p:cNvSpPr txBox="1"/>
          <p:nvPr>
            <p:ph idx="5" type="subTitle"/>
          </p:nvPr>
        </p:nvSpPr>
        <p:spPr>
          <a:xfrm>
            <a:off x="436725" y="3706675"/>
            <a:ext cx="2186400" cy="10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3" name="Google Shape;103;p7"/>
          <p:cNvSpPr txBox="1"/>
          <p:nvPr>
            <p:ph idx="6" type="subTitle"/>
          </p:nvPr>
        </p:nvSpPr>
        <p:spPr>
          <a:xfrm>
            <a:off x="3472800" y="3219125"/>
            <a:ext cx="21864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04" name="Google Shape;104;p7"/>
          <p:cNvSpPr txBox="1"/>
          <p:nvPr>
            <p:ph idx="7" type="subTitle"/>
          </p:nvPr>
        </p:nvSpPr>
        <p:spPr>
          <a:xfrm>
            <a:off x="3472800" y="3706675"/>
            <a:ext cx="2186400" cy="10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5" name="Google Shape;105;p7"/>
          <p:cNvSpPr txBox="1"/>
          <p:nvPr>
            <p:ph idx="8" type="subTitle"/>
          </p:nvPr>
        </p:nvSpPr>
        <p:spPr>
          <a:xfrm>
            <a:off x="6702724" y="1605750"/>
            <a:ext cx="1708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06" name="Google Shape;106;p7"/>
          <p:cNvSpPr txBox="1"/>
          <p:nvPr>
            <p:ph idx="9" type="subTitle"/>
          </p:nvPr>
        </p:nvSpPr>
        <p:spPr>
          <a:xfrm>
            <a:off x="6702724" y="1751007"/>
            <a:ext cx="1708500" cy="8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7" name="Google Shape;107;p7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08" name="Google Shape;108;p7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" name="Google Shape;109;p7"/>
          <p:cNvSpPr txBox="1"/>
          <p:nvPr>
            <p:ph idx="13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" name="Google Shape;110;p7"/>
          <p:cNvSpPr txBox="1"/>
          <p:nvPr>
            <p:ph idx="14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">
  <p:cSld name="CUSTOM_7">
    <p:bg>
      <p:bgPr>
        <a:solidFill>
          <a:schemeClr val="dk2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"/>
          <p:cNvSpPr txBox="1"/>
          <p:nvPr>
            <p:ph type="title"/>
          </p:nvPr>
        </p:nvSpPr>
        <p:spPr>
          <a:xfrm>
            <a:off x="436725" y="457200"/>
            <a:ext cx="82302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3" name="Google Shape;113;p8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14" name="Google Shape;114;p8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" name="Google Shape;115;p8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8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BLANK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"/>
          <p:cNvSpPr txBox="1"/>
          <p:nvPr>
            <p:ph type="title"/>
          </p:nvPr>
        </p:nvSpPr>
        <p:spPr>
          <a:xfrm>
            <a:off x="436725" y="457200"/>
            <a:ext cx="76908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cxnSp>
        <p:nvCxnSpPr>
          <p:cNvPr id="119" name="Google Shape;119;p9"/>
          <p:cNvCxnSpPr/>
          <p:nvPr/>
        </p:nvCxnSpPr>
        <p:spPr>
          <a:xfrm>
            <a:off x="-9" y="1798332"/>
            <a:ext cx="91665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9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21" name="Google Shape;121;p9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" name="Google Shape;122;p9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3" name="Google Shape;123;p9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CUSTOM_4">
    <p:bg>
      <p:bgPr>
        <a:solidFill>
          <a:schemeClr val="lt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"/>
          <p:cNvSpPr/>
          <p:nvPr/>
        </p:nvSpPr>
        <p:spPr>
          <a:xfrm flipH="1" rot="-5400205">
            <a:off x="3801104" y="-3647425"/>
            <a:ext cx="5040000" cy="5040600"/>
          </a:xfrm>
          <a:prstGeom prst="arc">
            <a:avLst>
              <a:gd fmla="val 17789929" name="adj1"/>
              <a:gd fmla="val 3811513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 b="0" i="0" spc="0" sz="1400" u="none" cap="none" strike="noStrike"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26" name="Google Shape;126;p10"/>
          <p:cNvCxnSpPr/>
          <p:nvPr/>
        </p:nvCxnSpPr>
        <p:spPr>
          <a:xfrm>
            <a:off x="-9" y="1392875"/>
            <a:ext cx="91665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" name="Google Shape;127;p10"/>
          <p:cNvSpPr/>
          <p:nvPr>
            <p:ph idx="2" type="pic"/>
          </p:nvPr>
        </p:nvSpPr>
        <p:spPr>
          <a:xfrm>
            <a:off x="440400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28" name="Google Shape;128;p10"/>
          <p:cNvSpPr txBox="1"/>
          <p:nvPr>
            <p:ph type="title"/>
          </p:nvPr>
        </p:nvSpPr>
        <p:spPr>
          <a:xfrm>
            <a:off x="436725" y="457200"/>
            <a:ext cx="4088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9" name="Google Shape;129;p10"/>
          <p:cNvSpPr txBox="1"/>
          <p:nvPr>
            <p:ph idx="1" type="body"/>
          </p:nvPr>
        </p:nvSpPr>
        <p:spPr>
          <a:xfrm>
            <a:off x="436800" y="3585959"/>
            <a:ext cx="1258200" cy="10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0" name="Google Shape;130;p10"/>
          <p:cNvSpPr txBox="1"/>
          <p:nvPr>
            <p:ph idx="3" type="subTitle"/>
          </p:nvPr>
        </p:nvSpPr>
        <p:spPr>
          <a:xfrm>
            <a:off x="436725" y="3133425"/>
            <a:ext cx="1258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1" name="Google Shape;131;p10"/>
          <p:cNvSpPr txBox="1"/>
          <p:nvPr>
            <p:ph idx="4" type="subTitle"/>
          </p:nvPr>
        </p:nvSpPr>
        <p:spPr>
          <a:xfrm>
            <a:off x="436725" y="3325506"/>
            <a:ext cx="1258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2" name="Google Shape;132;p10"/>
          <p:cNvSpPr txBox="1"/>
          <p:nvPr>
            <p:ph idx="5" type="body"/>
          </p:nvPr>
        </p:nvSpPr>
        <p:spPr>
          <a:xfrm>
            <a:off x="1832019" y="3585959"/>
            <a:ext cx="1258200" cy="10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3" name="Google Shape;133;p10"/>
          <p:cNvSpPr txBox="1"/>
          <p:nvPr>
            <p:ph idx="6" type="subTitle"/>
          </p:nvPr>
        </p:nvSpPr>
        <p:spPr>
          <a:xfrm>
            <a:off x="1831944" y="3133425"/>
            <a:ext cx="1258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10"/>
          <p:cNvSpPr txBox="1"/>
          <p:nvPr>
            <p:ph idx="7" type="subTitle"/>
          </p:nvPr>
        </p:nvSpPr>
        <p:spPr>
          <a:xfrm>
            <a:off x="1831944" y="3325506"/>
            <a:ext cx="1258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" name="Google Shape;135;p10"/>
          <p:cNvSpPr txBox="1"/>
          <p:nvPr>
            <p:ph idx="8" type="body"/>
          </p:nvPr>
        </p:nvSpPr>
        <p:spPr>
          <a:xfrm>
            <a:off x="3227244" y="3585959"/>
            <a:ext cx="1258200" cy="10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6" name="Google Shape;136;p10"/>
          <p:cNvSpPr txBox="1"/>
          <p:nvPr>
            <p:ph idx="9" type="subTitle"/>
          </p:nvPr>
        </p:nvSpPr>
        <p:spPr>
          <a:xfrm>
            <a:off x="3227169" y="3133425"/>
            <a:ext cx="1258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" name="Google Shape;137;p10"/>
          <p:cNvSpPr txBox="1"/>
          <p:nvPr>
            <p:ph idx="13" type="subTitle"/>
          </p:nvPr>
        </p:nvSpPr>
        <p:spPr>
          <a:xfrm>
            <a:off x="3227169" y="3325506"/>
            <a:ext cx="1258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8" name="Google Shape;138;p10"/>
          <p:cNvSpPr txBox="1"/>
          <p:nvPr>
            <p:ph idx="14" type="body"/>
          </p:nvPr>
        </p:nvSpPr>
        <p:spPr>
          <a:xfrm>
            <a:off x="4609566" y="3585959"/>
            <a:ext cx="1258200" cy="10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9" name="Google Shape;139;p10"/>
          <p:cNvSpPr txBox="1"/>
          <p:nvPr>
            <p:ph idx="15" type="subTitle"/>
          </p:nvPr>
        </p:nvSpPr>
        <p:spPr>
          <a:xfrm>
            <a:off x="4609491" y="3133425"/>
            <a:ext cx="1258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0" name="Google Shape;140;p10"/>
          <p:cNvSpPr txBox="1"/>
          <p:nvPr>
            <p:ph idx="16" type="subTitle"/>
          </p:nvPr>
        </p:nvSpPr>
        <p:spPr>
          <a:xfrm>
            <a:off x="4609491" y="3325506"/>
            <a:ext cx="1258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1" name="Google Shape;141;p10"/>
          <p:cNvSpPr txBox="1"/>
          <p:nvPr>
            <p:ph idx="17" type="body"/>
          </p:nvPr>
        </p:nvSpPr>
        <p:spPr>
          <a:xfrm>
            <a:off x="6011734" y="3585959"/>
            <a:ext cx="1258200" cy="10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2" name="Google Shape;142;p10"/>
          <p:cNvSpPr txBox="1"/>
          <p:nvPr>
            <p:ph idx="18" type="subTitle"/>
          </p:nvPr>
        </p:nvSpPr>
        <p:spPr>
          <a:xfrm>
            <a:off x="6011659" y="3133425"/>
            <a:ext cx="1258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" name="Google Shape;143;p10"/>
          <p:cNvSpPr txBox="1"/>
          <p:nvPr>
            <p:ph idx="19" type="subTitle"/>
          </p:nvPr>
        </p:nvSpPr>
        <p:spPr>
          <a:xfrm>
            <a:off x="6011659" y="3325506"/>
            <a:ext cx="1258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" name="Google Shape;144;p10"/>
          <p:cNvSpPr txBox="1"/>
          <p:nvPr>
            <p:ph idx="20" type="body"/>
          </p:nvPr>
        </p:nvSpPr>
        <p:spPr>
          <a:xfrm>
            <a:off x="7413884" y="3585959"/>
            <a:ext cx="1258200" cy="10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5" name="Google Shape;145;p10"/>
          <p:cNvSpPr txBox="1"/>
          <p:nvPr>
            <p:ph idx="21" type="subTitle"/>
          </p:nvPr>
        </p:nvSpPr>
        <p:spPr>
          <a:xfrm>
            <a:off x="7413809" y="3133425"/>
            <a:ext cx="1258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6" name="Google Shape;146;p10"/>
          <p:cNvSpPr txBox="1"/>
          <p:nvPr>
            <p:ph idx="22" type="subTitle"/>
          </p:nvPr>
        </p:nvSpPr>
        <p:spPr>
          <a:xfrm>
            <a:off x="7413809" y="3325506"/>
            <a:ext cx="1258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7" name="Google Shape;147;p10"/>
          <p:cNvSpPr/>
          <p:nvPr>
            <p:ph idx="23" type="pic"/>
          </p:nvPr>
        </p:nvSpPr>
        <p:spPr>
          <a:xfrm>
            <a:off x="1832563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48" name="Google Shape;148;p10"/>
          <p:cNvSpPr/>
          <p:nvPr>
            <p:ph idx="24" type="pic"/>
          </p:nvPr>
        </p:nvSpPr>
        <p:spPr>
          <a:xfrm>
            <a:off x="3225625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49" name="Google Shape;149;p10"/>
          <p:cNvSpPr/>
          <p:nvPr>
            <p:ph idx="25" type="pic"/>
          </p:nvPr>
        </p:nvSpPr>
        <p:spPr>
          <a:xfrm>
            <a:off x="4619163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50" name="Google Shape;150;p10"/>
          <p:cNvSpPr/>
          <p:nvPr>
            <p:ph idx="26" type="pic"/>
          </p:nvPr>
        </p:nvSpPr>
        <p:spPr>
          <a:xfrm>
            <a:off x="6012925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51" name="Google Shape;151;p10"/>
          <p:cNvSpPr/>
          <p:nvPr>
            <p:ph idx="27" type="pic"/>
          </p:nvPr>
        </p:nvSpPr>
        <p:spPr>
          <a:xfrm>
            <a:off x="7406675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52" name="Google Shape;152;p10"/>
          <p:cNvSpPr/>
          <p:nvPr/>
        </p:nvSpPr>
        <p:spPr>
          <a:xfrm>
            <a:off x="5592475" y="-26"/>
            <a:ext cx="1392900" cy="1392900"/>
          </a:xfrm>
          <a:prstGeom prst="ellipse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53" name="Google Shape;153;p10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54" name="Google Shape;154;p10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" name="Google Shape;155;p10"/>
          <p:cNvSpPr txBox="1"/>
          <p:nvPr>
            <p:ph idx="28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p10"/>
          <p:cNvSpPr txBox="1"/>
          <p:nvPr>
            <p:ph idx="29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Alt 1">
  <p:cSld name="CUSTOM_5">
    <p:bg>
      <p:bgPr>
        <a:solidFill>
          <a:schemeClr val="lt2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158;p11"/>
          <p:cNvGrpSpPr/>
          <p:nvPr/>
        </p:nvGrpSpPr>
        <p:grpSpPr>
          <a:xfrm>
            <a:off x="-3059650" y="1891300"/>
            <a:ext cx="7160400" cy="7160400"/>
            <a:chOff x="-3059650" y="1891300"/>
            <a:chExt cx="7160400" cy="7160400"/>
          </a:xfrm>
        </p:grpSpPr>
        <p:sp>
          <p:nvSpPr>
            <p:cNvPr id="159" name="Google Shape;159;p11"/>
            <p:cNvSpPr/>
            <p:nvPr/>
          </p:nvSpPr>
          <p:spPr>
            <a:xfrm flipH="1" rot="5400000">
              <a:off x="-3059650" y="1891300"/>
              <a:ext cx="7160400" cy="7160400"/>
            </a:xfrm>
            <a:prstGeom prst="arc">
              <a:avLst>
                <a:gd fmla="val 16510262" name="adj1"/>
                <a:gd fmla="val 503275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pc="0" sz="1400" u="none" cap="none" strike="noStrike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60" name="Google Shape;160;p11"/>
            <p:cNvSpPr/>
            <p:nvPr/>
          </p:nvSpPr>
          <p:spPr>
            <a:xfrm flipH="1" rot="5400000">
              <a:off x="-1851199" y="3109695"/>
              <a:ext cx="4734900" cy="4735200"/>
            </a:xfrm>
            <a:prstGeom prst="arc">
              <a:avLst>
                <a:gd fmla="val 16677462" name="adj1"/>
                <a:gd fmla="val 642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pc="0" sz="1400" u="none" cap="none" strike="noStrike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61" name="Google Shape;161;p11"/>
            <p:cNvSpPr/>
            <p:nvPr/>
          </p:nvSpPr>
          <p:spPr>
            <a:xfrm flipH="1" rot="5400000">
              <a:off x="-624715" y="4328872"/>
              <a:ext cx="2290500" cy="2290800"/>
            </a:xfrm>
            <a:prstGeom prst="arc">
              <a:avLst>
                <a:gd fmla="val 17201286" name="adj1"/>
                <a:gd fmla="val 13212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62" name="Google Shape;162;p11"/>
            <p:cNvSpPr/>
            <p:nvPr/>
          </p:nvSpPr>
          <p:spPr>
            <a:xfrm>
              <a:off x="558070" y="1956378"/>
              <a:ext cx="1218600" cy="12186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cxnSp>
          <p:nvCxnSpPr>
            <p:cNvPr id="163" name="Google Shape;163;p11"/>
            <p:cNvCxnSpPr/>
            <p:nvPr/>
          </p:nvCxnSpPr>
          <p:spPr>
            <a:xfrm>
              <a:off x="0" y="3109875"/>
              <a:ext cx="5205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4" name="Google Shape;164;p11"/>
            <p:cNvCxnSpPr/>
            <p:nvPr/>
          </p:nvCxnSpPr>
          <p:spPr>
            <a:xfrm>
              <a:off x="0" y="4328375"/>
              <a:ext cx="5205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5" name="Google Shape;165;p11"/>
            <p:cNvSpPr/>
            <p:nvPr/>
          </p:nvSpPr>
          <p:spPr>
            <a:xfrm>
              <a:off x="2686054" y="3808633"/>
              <a:ext cx="1218300" cy="12183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166" name="Google Shape;166;p11"/>
          <p:cNvSpPr txBox="1"/>
          <p:nvPr>
            <p:ph type="title"/>
          </p:nvPr>
        </p:nvSpPr>
        <p:spPr>
          <a:xfrm>
            <a:off x="436725" y="647525"/>
            <a:ext cx="3251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7" name="Google Shape;167;p11"/>
          <p:cNvSpPr/>
          <p:nvPr>
            <p:ph idx="2" type="pic"/>
          </p:nvPr>
        </p:nvSpPr>
        <p:spPr>
          <a:xfrm>
            <a:off x="4513350" y="107719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68" name="Google Shape;168;p11"/>
          <p:cNvSpPr txBox="1"/>
          <p:nvPr>
            <p:ph idx="1" type="subTitle"/>
          </p:nvPr>
        </p:nvSpPr>
        <p:spPr>
          <a:xfrm>
            <a:off x="4509675" y="2485321"/>
            <a:ext cx="1258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9" name="Google Shape;169;p11"/>
          <p:cNvSpPr txBox="1"/>
          <p:nvPr>
            <p:ph idx="3" type="subTitle"/>
          </p:nvPr>
        </p:nvSpPr>
        <p:spPr>
          <a:xfrm>
            <a:off x="4509675" y="2600937"/>
            <a:ext cx="1258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0" name="Google Shape;170;p11"/>
          <p:cNvSpPr/>
          <p:nvPr>
            <p:ph idx="4" type="pic"/>
          </p:nvPr>
        </p:nvSpPr>
        <p:spPr>
          <a:xfrm>
            <a:off x="5966983" y="107719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71" name="Google Shape;171;p11"/>
          <p:cNvSpPr txBox="1"/>
          <p:nvPr>
            <p:ph idx="5" type="subTitle"/>
          </p:nvPr>
        </p:nvSpPr>
        <p:spPr>
          <a:xfrm>
            <a:off x="5963308" y="2485321"/>
            <a:ext cx="1258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2" name="Google Shape;172;p11"/>
          <p:cNvSpPr txBox="1"/>
          <p:nvPr>
            <p:ph idx="6" type="subTitle"/>
          </p:nvPr>
        </p:nvSpPr>
        <p:spPr>
          <a:xfrm>
            <a:off x="5963308" y="2600937"/>
            <a:ext cx="1258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3" name="Google Shape;173;p11"/>
          <p:cNvSpPr/>
          <p:nvPr>
            <p:ph idx="7" type="pic"/>
          </p:nvPr>
        </p:nvSpPr>
        <p:spPr>
          <a:xfrm>
            <a:off x="7397695" y="107719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74" name="Google Shape;174;p11"/>
          <p:cNvSpPr txBox="1"/>
          <p:nvPr>
            <p:ph idx="8" type="subTitle"/>
          </p:nvPr>
        </p:nvSpPr>
        <p:spPr>
          <a:xfrm>
            <a:off x="7394020" y="2485321"/>
            <a:ext cx="1258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5" name="Google Shape;175;p11"/>
          <p:cNvSpPr txBox="1"/>
          <p:nvPr>
            <p:ph idx="9" type="subTitle"/>
          </p:nvPr>
        </p:nvSpPr>
        <p:spPr>
          <a:xfrm>
            <a:off x="7394020" y="2600937"/>
            <a:ext cx="1258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6" name="Google Shape;176;p11"/>
          <p:cNvSpPr/>
          <p:nvPr>
            <p:ph idx="13" type="pic"/>
          </p:nvPr>
        </p:nvSpPr>
        <p:spPr>
          <a:xfrm>
            <a:off x="4513350" y="322405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77" name="Google Shape;177;p11"/>
          <p:cNvSpPr txBox="1"/>
          <p:nvPr>
            <p:ph idx="14" type="subTitle"/>
          </p:nvPr>
        </p:nvSpPr>
        <p:spPr>
          <a:xfrm>
            <a:off x="4509675" y="4632181"/>
            <a:ext cx="1258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8" name="Google Shape;178;p11"/>
          <p:cNvSpPr txBox="1"/>
          <p:nvPr>
            <p:ph idx="15" type="subTitle"/>
          </p:nvPr>
        </p:nvSpPr>
        <p:spPr>
          <a:xfrm>
            <a:off x="4509675" y="4747797"/>
            <a:ext cx="1258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9" name="Google Shape;179;p11"/>
          <p:cNvSpPr/>
          <p:nvPr>
            <p:ph idx="16" type="pic"/>
          </p:nvPr>
        </p:nvSpPr>
        <p:spPr>
          <a:xfrm>
            <a:off x="5966983" y="322405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0" name="Google Shape;180;p11"/>
          <p:cNvSpPr txBox="1"/>
          <p:nvPr>
            <p:ph idx="17" type="subTitle"/>
          </p:nvPr>
        </p:nvSpPr>
        <p:spPr>
          <a:xfrm>
            <a:off x="5963308" y="4632181"/>
            <a:ext cx="1258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1" name="Google Shape;181;p11"/>
          <p:cNvSpPr txBox="1"/>
          <p:nvPr>
            <p:ph idx="18" type="subTitle"/>
          </p:nvPr>
        </p:nvSpPr>
        <p:spPr>
          <a:xfrm>
            <a:off x="5963308" y="4747797"/>
            <a:ext cx="1258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2" name="Google Shape;182;p11"/>
          <p:cNvSpPr/>
          <p:nvPr>
            <p:ph idx="19" type="pic"/>
          </p:nvPr>
        </p:nvSpPr>
        <p:spPr>
          <a:xfrm>
            <a:off x="7397695" y="322405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3" name="Google Shape;183;p11"/>
          <p:cNvSpPr txBox="1"/>
          <p:nvPr>
            <p:ph idx="20" type="subTitle"/>
          </p:nvPr>
        </p:nvSpPr>
        <p:spPr>
          <a:xfrm>
            <a:off x="7394020" y="4632181"/>
            <a:ext cx="1258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4" name="Google Shape;184;p11"/>
          <p:cNvSpPr txBox="1"/>
          <p:nvPr>
            <p:ph idx="21" type="subTitle"/>
          </p:nvPr>
        </p:nvSpPr>
        <p:spPr>
          <a:xfrm>
            <a:off x="7394020" y="4747797"/>
            <a:ext cx="1258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85" name="Google Shape;185;p11"/>
          <p:cNvCxnSpPr/>
          <p:nvPr/>
        </p:nvCxnSpPr>
        <p:spPr>
          <a:xfrm>
            <a:off x="4100759" y="-7950"/>
            <a:ext cx="0" cy="5159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" name="Google Shape;186;p11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87" name="Google Shape;187;p11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8" name="Google Shape;188;p11"/>
          <p:cNvSpPr txBox="1"/>
          <p:nvPr>
            <p:ph idx="2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9" name="Google Shape;189;p11"/>
          <p:cNvSpPr txBox="1"/>
          <p:nvPr>
            <p:ph idx="2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2">
  <p:cSld name="CUSTOM_6">
    <p:bg>
      <p:bgPr>
        <a:solidFill>
          <a:schemeClr val="dk2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"/>
          <p:cNvSpPr txBox="1"/>
          <p:nvPr>
            <p:ph type="title"/>
          </p:nvPr>
        </p:nvSpPr>
        <p:spPr>
          <a:xfrm>
            <a:off x="436725" y="4094025"/>
            <a:ext cx="62721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192" name="Google Shape;192;p12"/>
          <p:cNvGrpSpPr/>
          <p:nvPr/>
        </p:nvGrpSpPr>
        <p:grpSpPr>
          <a:xfrm>
            <a:off x="-2117000" y="-4069732"/>
            <a:ext cx="11860804" cy="6909318"/>
            <a:chOff x="-2117000" y="-4069732"/>
            <a:chExt cx="11860804" cy="6909318"/>
          </a:xfrm>
        </p:grpSpPr>
        <p:sp>
          <p:nvSpPr>
            <p:cNvPr id="193" name="Google Shape;193;p12"/>
            <p:cNvSpPr/>
            <p:nvPr/>
          </p:nvSpPr>
          <p:spPr>
            <a:xfrm rot="5400000">
              <a:off x="-2117000" y="-4069732"/>
              <a:ext cx="6909300" cy="6909300"/>
            </a:xfrm>
            <a:prstGeom prst="arc">
              <a:avLst>
                <a:gd fmla="val 16801206" name="adj1"/>
                <a:gd fmla="val 1381974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pc="0" sz="1400" u="none" cap="none" strike="noStrike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94" name="Google Shape;194;p12"/>
            <p:cNvSpPr/>
            <p:nvPr/>
          </p:nvSpPr>
          <p:spPr>
            <a:xfrm rot="5400000">
              <a:off x="-947044" y="-2903156"/>
              <a:ext cx="4569000" cy="4569300"/>
            </a:xfrm>
            <a:prstGeom prst="arc">
              <a:avLst>
                <a:gd fmla="val 17122104" name="adj1"/>
                <a:gd fmla="val 2180126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pc="0" sz="1400" u="none" cap="none" strike="noStrike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cxnSp>
          <p:nvCxnSpPr>
            <p:cNvPr id="195" name="Google Shape;195;p12"/>
            <p:cNvCxnSpPr/>
            <p:nvPr/>
          </p:nvCxnSpPr>
          <p:spPr>
            <a:xfrm rot="10800000">
              <a:off x="1342860" y="1664508"/>
              <a:ext cx="78027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6" name="Google Shape;196;p12"/>
            <p:cNvCxnSpPr/>
            <p:nvPr/>
          </p:nvCxnSpPr>
          <p:spPr>
            <a:xfrm rot="10800000">
              <a:off x="-3240" y="489535"/>
              <a:ext cx="91488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7" name="Google Shape;197;p12"/>
            <p:cNvSpPr/>
            <p:nvPr/>
          </p:nvSpPr>
          <p:spPr>
            <a:xfrm rot="10800000">
              <a:off x="8568704" y="489425"/>
              <a:ext cx="1175100" cy="1175100"/>
            </a:xfrm>
            <a:prstGeom prst="arc">
              <a:avLst>
                <a:gd fmla="val 16292481" name="adj1"/>
                <a:gd fmla="val 5314968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55567" y="1664486"/>
              <a:ext cx="1175100" cy="1175100"/>
            </a:xfrm>
            <a:prstGeom prst="arc">
              <a:avLst>
                <a:gd fmla="val 16200000" name="adj1"/>
                <a:gd fmla="val 15996049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99" name="Google Shape;199;p12"/>
            <p:cNvSpPr/>
            <p:nvPr/>
          </p:nvSpPr>
          <p:spPr>
            <a:xfrm rot="5400000">
              <a:off x="3571223" y="-685459"/>
              <a:ext cx="1175100" cy="1175100"/>
            </a:xfrm>
            <a:prstGeom prst="arc">
              <a:avLst>
                <a:gd fmla="val 16691316" name="adj1"/>
                <a:gd fmla="val 4902631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200" name="Google Shape;200;p12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01" name="Google Shape;201;p12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" name="Google Shape;202;p12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3" name="Google Shape;203;p12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">
  <p:cSld name="CUSTOM_8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"/>
          <p:cNvSpPr txBox="1"/>
          <p:nvPr>
            <p:ph idx="1" type="subTitle"/>
          </p:nvPr>
        </p:nvSpPr>
        <p:spPr>
          <a:xfrm>
            <a:off x="5066225" y="814799"/>
            <a:ext cx="27192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6" name="Google Shape;206;p13"/>
          <p:cNvSpPr txBox="1"/>
          <p:nvPr>
            <p:ph type="title"/>
          </p:nvPr>
        </p:nvSpPr>
        <p:spPr>
          <a:xfrm>
            <a:off x="5066600" y="1213483"/>
            <a:ext cx="3552300" cy="19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07" name="Google Shape;207;p13"/>
          <p:cNvSpPr txBox="1"/>
          <p:nvPr>
            <p:ph idx="2" type="subTitle"/>
          </p:nvPr>
        </p:nvSpPr>
        <p:spPr>
          <a:xfrm>
            <a:off x="5066225" y="4125124"/>
            <a:ext cx="27192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8" name="Google Shape;208;p13"/>
          <p:cNvSpPr txBox="1"/>
          <p:nvPr>
            <p:ph idx="3" type="subTitle"/>
          </p:nvPr>
        </p:nvSpPr>
        <p:spPr>
          <a:xfrm>
            <a:off x="2423700" y="1344300"/>
            <a:ext cx="16191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13"/>
          <p:cNvSpPr txBox="1"/>
          <p:nvPr>
            <p:ph idx="4" type="subTitle"/>
          </p:nvPr>
        </p:nvSpPr>
        <p:spPr>
          <a:xfrm>
            <a:off x="2423700" y="3090650"/>
            <a:ext cx="16191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0" name="Google Shape;210;p13"/>
          <p:cNvSpPr txBox="1"/>
          <p:nvPr>
            <p:ph idx="5" type="subTitle"/>
          </p:nvPr>
        </p:nvSpPr>
        <p:spPr>
          <a:xfrm>
            <a:off x="436725" y="1344300"/>
            <a:ext cx="16191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1" name="Google Shape;211;p13"/>
          <p:cNvSpPr txBox="1"/>
          <p:nvPr>
            <p:ph idx="6" type="subTitle"/>
          </p:nvPr>
        </p:nvSpPr>
        <p:spPr>
          <a:xfrm>
            <a:off x="436725" y="3090650"/>
            <a:ext cx="16191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2" name="Google Shape;212;p13"/>
          <p:cNvSpPr txBox="1"/>
          <p:nvPr>
            <p:ph idx="7" type="subTitle"/>
          </p:nvPr>
        </p:nvSpPr>
        <p:spPr>
          <a:xfrm>
            <a:off x="2423700" y="794135"/>
            <a:ext cx="16191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3" name="Google Shape;213;p13"/>
          <p:cNvSpPr txBox="1"/>
          <p:nvPr>
            <p:ph idx="8" type="subTitle"/>
          </p:nvPr>
        </p:nvSpPr>
        <p:spPr>
          <a:xfrm>
            <a:off x="436725" y="794135"/>
            <a:ext cx="16191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4" name="Google Shape;214;p13"/>
          <p:cNvSpPr txBox="1"/>
          <p:nvPr>
            <p:ph idx="9" type="subTitle"/>
          </p:nvPr>
        </p:nvSpPr>
        <p:spPr>
          <a:xfrm>
            <a:off x="2423700" y="4256460"/>
            <a:ext cx="16191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5" name="Google Shape;215;p13"/>
          <p:cNvSpPr txBox="1"/>
          <p:nvPr>
            <p:ph idx="13" type="subTitle"/>
          </p:nvPr>
        </p:nvSpPr>
        <p:spPr>
          <a:xfrm>
            <a:off x="436725" y="4256460"/>
            <a:ext cx="16191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6" name="Google Shape;216;p13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7" name="Google Shape;217;p13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" name="Google Shape;218;p13"/>
          <p:cNvSpPr txBox="1"/>
          <p:nvPr>
            <p:ph idx="14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9" name="Google Shape;219;p13"/>
          <p:cNvSpPr txBox="1"/>
          <p:nvPr>
            <p:ph idx="15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1">
  <p:cSld name="CUSTOM_8_1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"/>
          <p:cNvSpPr txBox="1"/>
          <p:nvPr>
            <p:ph idx="1" type="subTitle"/>
          </p:nvPr>
        </p:nvSpPr>
        <p:spPr>
          <a:xfrm>
            <a:off x="6446974" y="814800"/>
            <a:ext cx="22320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2" name="Google Shape;222;p14"/>
          <p:cNvSpPr txBox="1"/>
          <p:nvPr>
            <p:ph type="title"/>
          </p:nvPr>
        </p:nvSpPr>
        <p:spPr>
          <a:xfrm>
            <a:off x="6447214" y="1213484"/>
            <a:ext cx="2232000" cy="19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23" name="Google Shape;223;p14"/>
          <p:cNvSpPr txBox="1"/>
          <p:nvPr>
            <p:ph idx="2" type="subTitle"/>
          </p:nvPr>
        </p:nvSpPr>
        <p:spPr>
          <a:xfrm>
            <a:off x="6446978" y="4125125"/>
            <a:ext cx="17085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4" name="Google Shape;224;p14"/>
          <p:cNvSpPr txBox="1"/>
          <p:nvPr>
            <p:ph idx="3" type="subTitle"/>
          </p:nvPr>
        </p:nvSpPr>
        <p:spPr>
          <a:xfrm>
            <a:off x="436725" y="814800"/>
            <a:ext cx="41823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5" name="Google Shape;225;p14"/>
          <p:cNvSpPr txBox="1"/>
          <p:nvPr>
            <p:ph idx="4" type="title"/>
          </p:nvPr>
        </p:nvSpPr>
        <p:spPr>
          <a:xfrm>
            <a:off x="436725" y="1231825"/>
            <a:ext cx="4182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26" name="Google Shape;226;p14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27" name="Google Shape;227;p14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p14"/>
          <p:cNvSpPr txBox="1"/>
          <p:nvPr>
            <p:ph idx="5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9" name="Google Shape;229;p14"/>
          <p:cNvSpPr txBox="1"/>
          <p:nvPr>
            <p:ph idx="6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2">
  <p:cSld name="CUSTOM_8_1_1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5"/>
          <p:cNvSpPr txBox="1"/>
          <p:nvPr>
            <p:ph idx="1" type="subTitle"/>
          </p:nvPr>
        </p:nvSpPr>
        <p:spPr>
          <a:xfrm>
            <a:off x="436600" y="3909000"/>
            <a:ext cx="17085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2" name="Google Shape;232;p15"/>
          <p:cNvSpPr txBox="1"/>
          <p:nvPr>
            <p:ph idx="2" type="subTitle"/>
          </p:nvPr>
        </p:nvSpPr>
        <p:spPr>
          <a:xfrm>
            <a:off x="3027400" y="3909000"/>
            <a:ext cx="17085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233" name="Google Shape;233;p15"/>
          <p:cNvGrpSpPr/>
          <p:nvPr/>
        </p:nvGrpSpPr>
        <p:grpSpPr>
          <a:xfrm flipH="1">
            <a:off x="5903161" y="2597462"/>
            <a:ext cx="6916230" cy="6916230"/>
            <a:chOff x="-3059650" y="1891300"/>
            <a:chExt cx="7160400" cy="7160400"/>
          </a:xfrm>
        </p:grpSpPr>
        <p:sp>
          <p:nvSpPr>
            <p:cNvPr id="234" name="Google Shape;234;p15"/>
            <p:cNvSpPr/>
            <p:nvPr/>
          </p:nvSpPr>
          <p:spPr>
            <a:xfrm flipH="1" rot="5400000">
              <a:off x="-3059650" y="1891300"/>
              <a:ext cx="7160400" cy="7160400"/>
            </a:xfrm>
            <a:prstGeom prst="arc">
              <a:avLst>
                <a:gd fmla="val 17100715" name="adj1"/>
                <a:gd fmla="val 21393444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pc="0" sz="1400" u="none" cap="none" strike="noStrike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35" name="Google Shape;235;p15"/>
            <p:cNvSpPr/>
            <p:nvPr/>
          </p:nvSpPr>
          <p:spPr>
            <a:xfrm flipH="1" rot="5400000">
              <a:off x="-1851199" y="3109695"/>
              <a:ext cx="4734900" cy="4735200"/>
            </a:xfrm>
            <a:prstGeom prst="arc">
              <a:avLst>
                <a:gd fmla="val 17607113" name="adj1"/>
                <a:gd fmla="val 21289676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pc="0" sz="1400" u="none" cap="none" strike="noStrike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36" name="Google Shape;236;p15"/>
            <p:cNvSpPr/>
            <p:nvPr/>
          </p:nvSpPr>
          <p:spPr>
            <a:xfrm>
              <a:off x="1239430" y="2205756"/>
              <a:ext cx="1218600" cy="12186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237" name="Google Shape;237;p15"/>
          <p:cNvSpPr txBox="1"/>
          <p:nvPr>
            <p:ph idx="3" type="subTitle"/>
          </p:nvPr>
        </p:nvSpPr>
        <p:spPr>
          <a:xfrm>
            <a:off x="6446978" y="814800"/>
            <a:ext cx="17085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8" name="Google Shape;238;p15"/>
          <p:cNvSpPr txBox="1"/>
          <p:nvPr>
            <p:ph type="title"/>
          </p:nvPr>
        </p:nvSpPr>
        <p:spPr>
          <a:xfrm>
            <a:off x="6447225" y="1213482"/>
            <a:ext cx="22320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accen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accen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accen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accen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accen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accen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accen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239" name="Google Shape;239;p15"/>
          <p:cNvCxnSpPr/>
          <p:nvPr/>
        </p:nvCxnSpPr>
        <p:spPr>
          <a:xfrm>
            <a:off x="5985025" y="-13225"/>
            <a:ext cx="0" cy="5159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0" name="Google Shape;240;p15"/>
          <p:cNvSpPr txBox="1"/>
          <p:nvPr>
            <p:ph idx="4" type="subTitle"/>
          </p:nvPr>
        </p:nvSpPr>
        <p:spPr>
          <a:xfrm>
            <a:off x="436725" y="814800"/>
            <a:ext cx="41823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1" name="Google Shape;241;p15"/>
          <p:cNvSpPr txBox="1"/>
          <p:nvPr>
            <p:ph idx="5" type="title"/>
          </p:nvPr>
        </p:nvSpPr>
        <p:spPr>
          <a:xfrm>
            <a:off x="436725" y="1231825"/>
            <a:ext cx="4182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2" name="Google Shape;242;p15"/>
          <p:cNvSpPr txBox="1"/>
          <p:nvPr>
            <p:ph idx="6" type="subTitle"/>
          </p:nvPr>
        </p:nvSpPr>
        <p:spPr>
          <a:xfrm>
            <a:off x="436725" y="1961991"/>
            <a:ext cx="4182300" cy="10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43" name="Google Shape;243;p15"/>
          <p:cNvSpPr txBox="1"/>
          <p:nvPr>
            <p:ph idx="7" type="subTitle"/>
          </p:nvPr>
        </p:nvSpPr>
        <p:spPr>
          <a:xfrm>
            <a:off x="436725" y="3205792"/>
            <a:ext cx="4182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44" name="Google Shape;244;p15"/>
          <p:cNvSpPr txBox="1"/>
          <p:nvPr>
            <p:ph idx="8" type="subTitle"/>
          </p:nvPr>
        </p:nvSpPr>
        <p:spPr>
          <a:xfrm>
            <a:off x="436725" y="3686700"/>
            <a:ext cx="1708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45" name="Google Shape;245;p15"/>
          <p:cNvSpPr txBox="1"/>
          <p:nvPr>
            <p:ph idx="9" type="subTitle"/>
          </p:nvPr>
        </p:nvSpPr>
        <p:spPr>
          <a:xfrm>
            <a:off x="3027525" y="3686700"/>
            <a:ext cx="1708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46" name="Google Shape;246;p15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47" name="Google Shape;247;p15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8" name="Google Shape;248;p15"/>
          <p:cNvSpPr txBox="1"/>
          <p:nvPr>
            <p:ph idx="13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9" name="Google Shape;249;p15"/>
          <p:cNvSpPr txBox="1"/>
          <p:nvPr>
            <p:ph idx="14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CUSTOM">
    <p:bg>
      <p:bgPr>
        <a:solidFill>
          <a:schemeClr val="dk2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6"/>
          <p:cNvSpPr/>
          <p:nvPr/>
        </p:nvSpPr>
        <p:spPr>
          <a:xfrm>
            <a:off x="6411926" y="2539080"/>
            <a:ext cx="495900" cy="4956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pc="0" sz="1600" u="none" cap="none" strike="noStrike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03</a:t>
            </a:r>
            <a:endParaRPr b="0" i="0" spc="0" sz="1600" u="none" cap="none" strike="noStrike">
              <a:solidFill>
                <a:schemeClr val="accent4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52" name="Google Shape;252;p16"/>
          <p:cNvSpPr/>
          <p:nvPr/>
        </p:nvSpPr>
        <p:spPr>
          <a:xfrm>
            <a:off x="436801" y="2539080"/>
            <a:ext cx="495900" cy="4956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pc="0" sz="1600" u="none" cap="none" strike="noStrike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01</a:t>
            </a:r>
            <a:endParaRPr b="0" i="0" spc="0" sz="1600" u="none" cap="none" strike="noStrike">
              <a:solidFill>
                <a:schemeClr val="accent4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53" name="Google Shape;253;p16"/>
          <p:cNvSpPr/>
          <p:nvPr/>
        </p:nvSpPr>
        <p:spPr>
          <a:xfrm>
            <a:off x="3487789" y="2539080"/>
            <a:ext cx="495900" cy="4956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pc="0" sz="1600" u="none" cap="none" strike="noStrike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02</a:t>
            </a:r>
            <a:endParaRPr b="0" i="0" spc="0" sz="1600" u="none" cap="none" strike="noStrike">
              <a:solidFill>
                <a:schemeClr val="accent4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54" name="Google Shape;254;p16"/>
          <p:cNvSpPr txBox="1"/>
          <p:nvPr>
            <p:ph idx="1" type="subTitle"/>
          </p:nvPr>
        </p:nvSpPr>
        <p:spPr>
          <a:xfrm>
            <a:off x="436725" y="3189775"/>
            <a:ext cx="23667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5" name="Google Shape;255;p16"/>
          <p:cNvSpPr txBox="1"/>
          <p:nvPr>
            <p:ph idx="2" type="subTitle"/>
          </p:nvPr>
        </p:nvSpPr>
        <p:spPr>
          <a:xfrm>
            <a:off x="3490450" y="3189775"/>
            <a:ext cx="23667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6" name="Google Shape;256;p16"/>
          <p:cNvSpPr txBox="1"/>
          <p:nvPr>
            <p:ph idx="3" type="subTitle"/>
          </p:nvPr>
        </p:nvSpPr>
        <p:spPr>
          <a:xfrm>
            <a:off x="6424500" y="3189775"/>
            <a:ext cx="23667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7" name="Google Shape;257;p16"/>
          <p:cNvSpPr txBox="1"/>
          <p:nvPr>
            <p:ph idx="4" type="subTitle"/>
          </p:nvPr>
        </p:nvSpPr>
        <p:spPr>
          <a:xfrm>
            <a:off x="436725" y="814797"/>
            <a:ext cx="27192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8" name="Google Shape;258;p16"/>
          <p:cNvSpPr txBox="1"/>
          <p:nvPr>
            <p:ph type="title"/>
          </p:nvPr>
        </p:nvSpPr>
        <p:spPr>
          <a:xfrm>
            <a:off x="436725" y="1231825"/>
            <a:ext cx="55527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9" name="Google Shape;259;p16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0" name="Google Shape;260;p16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1" name="Google Shape;261;p16"/>
          <p:cNvSpPr txBox="1"/>
          <p:nvPr>
            <p:ph idx="5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2" name="Google Shape;262;p16"/>
          <p:cNvSpPr txBox="1"/>
          <p:nvPr>
            <p:ph idx="6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3" name="Google Shape;263;p16"/>
          <p:cNvSpPr txBox="1"/>
          <p:nvPr>
            <p:ph idx="7" type="body"/>
          </p:nvPr>
        </p:nvSpPr>
        <p:spPr>
          <a:xfrm>
            <a:off x="436800" y="3844323"/>
            <a:ext cx="2366700" cy="8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4" name="Google Shape;264;p16"/>
          <p:cNvSpPr txBox="1"/>
          <p:nvPr>
            <p:ph idx="8" type="body"/>
          </p:nvPr>
        </p:nvSpPr>
        <p:spPr>
          <a:xfrm>
            <a:off x="3490438" y="3844323"/>
            <a:ext cx="2366700" cy="8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16"/>
          <p:cNvSpPr txBox="1"/>
          <p:nvPr>
            <p:ph idx="9" type="body"/>
          </p:nvPr>
        </p:nvSpPr>
        <p:spPr>
          <a:xfrm>
            <a:off x="6411925" y="3844323"/>
            <a:ext cx="2366700" cy="8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3">
  <p:cSld name="CUSTOM_1">
    <p:bg>
      <p:bgPr>
        <a:solidFill>
          <a:schemeClr val="dk2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7"/>
          <p:cNvSpPr txBox="1"/>
          <p:nvPr>
            <p:ph idx="1" type="subTitle"/>
          </p:nvPr>
        </p:nvSpPr>
        <p:spPr>
          <a:xfrm>
            <a:off x="436725" y="2484131"/>
            <a:ext cx="23667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8" name="Google Shape;268;p17"/>
          <p:cNvSpPr txBox="1"/>
          <p:nvPr>
            <p:ph type="title"/>
          </p:nvPr>
        </p:nvSpPr>
        <p:spPr>
          <a:xfrm>
            <a:off x="436725" y="1231825"/>
            <a:ext cx="55527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17"/>
          <p:cNvSpPr txBox="1"/>
          <p:nvPr>
            <p:ph idx="2" type="subTitle"/>
          </p:nvPr>
        </p:nvSpPr>
        <p:spPr>
          <a:xfrm>
            <a:off x="436725" y="3828397"/>
            <a:ext cx="23667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70" name="Google Shape;270;p17"/>
          <p:cNvSpPr txBox="1"/>
          <p:nvPr>
            <p:ph idx="3" type="subTitle"/>
          </p:nvPr>
        </p:nvSpPr>
        <p:spPr>
          <a:xfrm>
            <a:off x="3431950" y="2484131"/>
            <a:ext cx="23667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1" name="Google Shape;271;p17"/>
          <p:cNvSpPr txBox="1"/>
          <p:nvPr>
            <p:ph idx="4" type="subTitle"/>
          </p:nvPr>
        </p:nvSpPr>
        <p:spPr>
          <a:xfrm>
            <a:off x="3431950" y="3828397"/>
            <a:ext cx="23667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72" name="Google Shape;272;p17"/>
          <p:cNvSpPr txBox="1"/>
          <p:nvPr>
            <p:ph idx="5" type="subTitle"/>
          </p:nvPr>
        </p:nvSpPr>
        <p:spPr>
          <a:xfrm>
            <a:off x="6368675" y="2484131"/>
            <a:ext cx="23667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3" name="Google Shape;273;p17"/>
          <p:cNvSpPr txBox="1"/>
          <p:nvPr>
            <p:ph idx="6" type="subTitle"/>
          </p:nvPr>
        </p:nvSpPr>
        <p:spPr>
          <a:xfrm>
            <a:off x="6368675" y="3828397"/>
            <a:ext cx="23667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74" name="Google Shape;274;p17"/>
          <p:cNvSpPr txBox="1"/>
          <p:nvPr>
            <p:ph idx="7" type="subTitle"/>
          </p:nvPr>
        </p:nvSpPr>
        <p:spPr>
          <a:xfrm>
            <a:off x="436725" y="814799"/>
            <a:ext cx="27192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5" name="Google Shape;275;p17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76" name="Google Shape;276;p17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7" name="Google Shape;277;p17"/>
          <p:cNvSpPr txBox="1"/>
          <p:nvPr>
            <p:ph idx="8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8" name="Google Shape;278;p17"/>
          <p:cNvSpPr txBox="1"/>
          <p:nvPr>
            <p:ph idx="9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9" name="Google Shape;279;p17"/>
          <p:cNvSpPr txBox="1"/>
          <p:nvPr>
            <p:ph idx="13" type="body"/>
          </p:nvPr>
        </p:nvSpPr>
        <p:spPr>
          <a:xfrm>
            <a:off x="436800" y="4347850"/>
            <a:ext cx="23667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0" name="Google Shape;280;p17"/>
          <p:cNvSpPr txBox="1"/>
          <p:nvPr>
            <p:ph idx="14" type="body"/>
          </p:nvPr>
        </p:nvSpPr>
        <p:spPr>
          <a:xfrm>
            <a:off x="3490438" y="4347850"/>
            <a:ext cx="23667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1" name="Google Shape;281;p17"/>
          <p:cNvSpPr txBox="1"/>
          <p:nvPr>
            <p:ph idx="15" type="body"/>
          </p:nvPr>
        </p:nvSpPr>
        <p:spPr>
          <a:xfrm>
            <a:off x="6411925" y="4347850"/>
            <a:ext cx="23667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4">
  <p:cSld name="CUSTOM_9">
    <p:bg>
      <p:bgPr>
        <a:solidFill>
          <a:schemeClr val="lt2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8"/>
          <p:cNvSpPr txBox="1"/>
          <p:nvPr>
            <p:ph type="title"/>
          </p:nvPr>
        </p:nvSpPr>
        <p:spPr>
          <a:xfrm>
            <a:off x="436725" y="1231825"/>
            <a:ext cx="55527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4" name="Google Shape;284;p18"/>
          <p:cNvSpPr txBox="1"/>
          <p:nvPr>
            <p:ph idx="1" type="subTitle"/>
          </p:nvPr>
        </p:nvSpPr>
        <p:spPr>
          <a:xfrm>
            <a:off x="436725" y="4173075"/>
            <a:ext cx="24513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5" name="Google Shape;285;p18"/>
          <p:cNvSpPr txBox="1"/>
          <p:nvPr>
            <p:ph idx="2" type="subTitle"/>
          </p:nvPr>
        </p:nvSpPr>
        <p:spPr>
          <a:xfrm>
            <a:off x="3360229" y="4173075"/>
            <a:ext cx="24513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6" name="Google Shape;286;p18"/>
          <p:cNvSpPr txBox="1"/>
          <p:nvPr>
            <p:ph idx="3" type="subTitle"/>
          </p:nvPr>
        </p:nvSpPr>
        <p:spPr>
          <a:xfrm>
            <a:off x="6420029" y="4173075"/>
            <a:ext cx="24513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7" name="Google Shape;287;p18"/>
          <p:cNvSpPr txBox="1"/>
          <p:nvPr>
            <p:ph idx="4" type="subTitle"/>
          </p:nvPr>
        </p:nvSpPr>
        <p:spPr>
          <a:xfrm>
            <a:off x="436725" y="814799"/>
            <a:ext cx="27192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8" name="Google Shape;288;p18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89" name="Google Shape;289;p18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0" name="Google Shape;290;p18"/>
          <p:cNvSpPr txBox="1"/>
          <p:nvPr>
            <p:ph idx="5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1" name="Google Shape;291;p18"/>
          <p:cNvSpPr txBox="1"/>
          <p:nvPr>
            <p:ph idx="6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6">
  <p:cSld name="CUSTOM_11">
    <p:bg>
      <p:bgPr>
        <a:solidFill>
          <a:schemeClr val="lt2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9"/>
          <p:cNvSpPr txBox="1"/>
          <p:nvPr>
            <p:ph idx="1" type="subTitle"/>
          </p:nvPr>
        </p:nvSpPr>
        <p:spPr>
          <a:xfrm>
            <a:off x="6600775" y="2561222"/>
            <a:ext cx="1877400" cy="4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4" name="Google Shape;294;p19"/>
          <p:cNvSpPr txBox="1"/>
          <p:nvPr>
            <p:ph idx="2" type="body"/>
          </p:nvPr>
        </p:nvSpPr>
        <p:spPr>
          <a:xfrm>
            <a:off x="3479850" y="4132200"/>
            <a:ext cx="2271000" cy="77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0">
            <a:noAutofit/>
          </a:bodyPr>
          <a:lstStyle>
            <a:lvl1pPr indent="-3048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5" name="Google Shape;295;p19"/>
          <p:cNvSpPr txBox="1"/>
          <p:nvPr>
            <p:ph idx="3" type="subTitle"/>
          </p:nvPr>
        </p:nvSpPr>
        <p:spPr>
          <a:xfrm>
            <a:off x="440575" y="2672701"/>
            <a:ext cx="23667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6" name="Google Shape;296;p19"/>
          <p:cNvSpPr txBox="1"/>
          <p:nvPr>
            <p:ph idx="4" type="body"/>
          </p:nvPr>
        </p:nvSpPr>
        <p:spPr>
          <a:xfrm>
            <a:off x="436800" y="3140767"/>
            <a:ext cx="2366700" cy="17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7" name="Google Shape;297;p19"/>
          <p:cNvSpPr txBox="1"/>
          <p:nvPr>
            <p:ph idx="5" type="subTitle"/>
          </p:nvPr>
        </p:nvSpPr>
        <p:spPr>
          <a:xfrm>
            <a:off x="3633300" y="3251650"/>
            <a:ext cx="18774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8" name="Google Shape;298;p19"/>
          <p:cNvSpPr txBox="1"/>
          <p:nvPr>
            <p:ph idx="6" type="subTitle"/>
          </p:nvPr>
        </p:nvSpPr>
        <p:spPr>
          <a:xfrm>
            <a:off x="6600775" y="3251650"/>
            <a:ext cx="18774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9" name="Google Shape;299;p19"/>
          <p:cNvSpPr txBox="1"/>
          <p:nvPr>
            <p:ph idx="7" type="subTitle"/>
          </p:nvPr>
        </p:nvSpPr>
        <p:spPr>
          <a:xfrm>
            <a:off x="6600775" y="4569325"/>
            <a:ext cx="18774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0" name="Google Shape;300;p19"/>
          <p:cNvSpPr txBox="1"/>
          <p:nvPr>
            <p:ph idx="8" type="subTitle"/>
          </p:nvPr>
        </p:nvSpPr>
        <p:spPr>
          <a:xfrm>
            <a:off x="3633300" y="2561222"/>
            <a:ext cx="1877400" cy="4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1" name="Google Shape;301;p19"/>
          <p:cNvSpPr txBox="1"/>
          <p:nvPr>
            <p:ph idx="9" type="subTitle"/>
          </p:nvPr>
        </p:nvSpPr>
        <p:spPr>
          <a:xfrm>
            <a:off x="436725" y="814800"/>
            <a:ext cx="41823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2" name="Google Shape;302;p19"/>
          <p:cNvSpPr txBox="1"/>
          <p:nvPr>
            <p:ph type="title"/>
          </p:nvPr>
        </p:nvSpPr>
        <p:spPr>
          <a:xfrm>
            <a:off x="436725" y="1231825"/>
            <a:ext cx="4182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3" name="Google Shape;303;p19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04" name="Google Shape;304;p19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5" name="Google Shape;305;p19"/>
          <p:cNvSpPr txBox="1"/>
          <p:nvPr>
            <p:ph idx="13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6" name="Google Shape;306;p19"/>
          <p:cNvSpPr txBox="1"/>
          <p:nvPr>
            <p:ph idx="14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- Alt 1">
  <p:cSld name="CUSTOM_12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"/>
          <p:cNvSpPr txBox="1"/>
          <p:nvPr>
            <p:ph type="title"/>
          </p:nvPr>
        </p:nvSpPr>
        <p:spPr>
          <a:xfrm>
            <a:off x="436725" y="1856744"/>
            <a:ext cx="4182300" cy="17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/>
        </p:txBody>
      </p:sp>
      <p:sp>
        <p:nvSpPr>
          <p:cNvPr id="309" name="Google Shape;309;p20"/>
          <p:cNvSpPr txBox="1"/>
          <p:nvPr>
            <p:ph idx="1" type="subTitle"/>
          </p:nvPr>
        </p:nvSpPr>
        <p:spPr>
          <a:xfrm>
            <a:off x="436725" y="4040806"/>
            <a:ext cx="43467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10" name="Google Shape;310;p20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11" name="Google Shape;311;p20"/>
          <p:cNvGrpSpPr/>
          <p:nvPr/>
        </p:nvGrpSpPr>
        <p:grpSpPr>
          <a:xfrm>
            <a:off x="4617928" y="-2295175"/>
            <a:ext cx="8097622" cy="8097300"/>
            <a:chOff x="4617928" y="-2295175"/>
            <a:chExt cx="8097622" cy="8097300"/>
          </a:xfrm>
        </p:grpSpPr>
        <p:sp>
          <p:nvSpPr>
            <p:cNvPr id="312" name="Google Shape;312;p20"/>
            <p:cNvSpPr/>
            <p:nvPr/>
          </p:nvSpPr>
          <p:spPr>
            <a:xfrm rot="10800000">
              <a:off x="7966809" y="4424636"/>
              <a:ext cx="1375200" cy="1375500"/>
            </a:xfrm>
            <a:prstGeom prst="arc">
              <a:avLst>
                <a:gd fmla="val 21412732" name="adj1"/>
                <a:gd fmla="val 8118525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13" name="Google Shape;313;p20"/>
            <p:cNvSpPr/>
            <p:nvPr/>
          </p:nvSpPr>
          <p:spPr>
            <a:xfrm rot="10800000">
              <a:off x="4617928" y="981337"/>
              <a:ext cx="1377000" cy="13770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14" name="Google Shape;314;p20"/>
            <p:cNvSpPr/>
            <p:nvPr/>
          </p:nvSpPr>
          <p:spPr>
            <a:xfrm rot="10800000">
              <a:off x="6503978" y="2402224"/>
              <a:ext cx="1377000" cy="13770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15" name="Google Shape;315;p20"/>
            <p:cNvSpPr/>
            <p:nvPr/>
          </p:nvSpPr>
          <p:spPr>
            <a:xfrm rot="10800000">
              <a:off x="4618250" y="-2295175"/>
              <a:ext cx="8097300" cy="8097300"/>
            </a:xfrm>
            <a:prstGeom prst="arc">
              <a:avLst>
                <a:gd fmla="val 18189000" name="adj1"/>
                <a:gd fmla="val 1542736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pc="0" sz="1400" u="none" cap="none" strike="noStrike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16" name="Google Shape;316;p20"/>
            <p:cNvSpPr/>
            <p:nvPr/>
          </p:nvSpPr>
          <p:spPr>
            <a:xfrm rot="10800000">
              <a:off x="7371951" y="458150"/>
              <a:ext cx="2590200" cy="2590500"/>
            </a:xfrm>
            <a:prstGeom prst="arc">
              <a:avLst>
                <a:gd fmla="val 14906789" name="adj1"/>
                <a:gd fmla="val 6690754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17" name="Google Shape;317;p20"/>
            <p:cNvSpPr/>
            <p:nvPr/>
          </p:nvSpPr>
          <p:spPr>
            <a:xfrm rot="10800000">
              <a:off x="5993840" y="-923950"/>
              <a:ext cx="5354400" cy="5354700"/>
            </a:xfrm>
            <a:prstGeom prst="arc">
              <a:avLst>
                <a:gd fmla="val 15584619" name="adj1"/>
                <a:gd fmla="val 2466172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pc="0" sz="1400" u="none" cap="none" strike="noStrike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cxnSp>
        <p:nvCxnSpPr>
          <p:cNvPr id="318" name="Google Shape;318;p20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9" name="Google Shape;319;p20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0" name="Google Shape;320;p20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6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1"/>
          <p:cNvSpPr txBox="1"/>
          <p:nvPr>
            <p:ph type="title"/>
          </p:nvPr>
        </p:nvSpPr>
        <p:spPr>
          <a:xfrm>
            <a:off x="436725" y="2781949"/>
            <a:ext cx="4182300" cy="7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/>
        </p:txBody>
      </p:sp>
      <p:sp>
        <p:nvSpPr>
          <p:cNvPr id="323" name="Google Shape;323;p21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24" name="Google Shape;324;p21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5" name="Google Shape;325;p21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6" name="Google Shape;326;p21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327" name="Google Shape;327;p21"/>
          <p:cNvGrpSpPr/>
          <p:nvPr/>
        </p:nvGrpSpPr>
        <p:grpSpPr>
          <a:xfrm rot="10800000">
            <a:off x="4618955" y="-4359904"/>
            <a:ext cx="6916230" cy="6916230"/>
            <a:chOff x="-3059650" y="1891300"/>
            <a:chExt cx="7160400" cy="7160400"/>
          </a:xfrm>
        </p:grpSpPr>
        <p:sp>
          <p:nvSpPr>
            <p:cNvPr id="328" name="Google Shape;328;p21"/>
            <p:cNvSpPr/>
            <p:nvPr/>
          </p:nvSpPr>
          <p:spPr>
            <a:xfrm flipH="1" rot="5400000">
              <a:off x="-3059650" y="1891300"/>
              <a:ext cx="7160400" cy="7160400"/>
            </a:xfrm>
            <a:prstGeom prst="arc">
              <a:avLst>
                <a:gd fmla="val 17100715" name="adj1"/>
                <a:gd fmla="val 1072228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pc="0" sz="1400" u="none" cap="none" strike="noStrike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29" name="Google Shape;329;p21"/>
            <p:cNvSpPr/>
            <p:nvPr/>
          </p:nvSpPr>
          <p:spPr>
            <a:xfrm flipH="1" rot="5400000">
              <a:off x="-1851199" y="3109695"/>
              <a:ext cx="4734900" cy="4735200"/>
            </a:xfrm>
            <a:prstGeom prst="arc">
              <a:avLst>
                <a:gd fmla="val 17607113" name="adj1"/>
                <a:gd fmla="val 1658044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pc="0" sz="1400" u="none" cap="none" strike="noStrike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30" name="Google Shape;330;p21"/>
            <p:cNvSpPr/>
            <p:nvPr/>
          </p:nvSpPr>
          <p:spPr>
            <a:xfrm>
              <a:off x="1239430" y="2205756"/>
              <a:ext cx="1218600" cy="12186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cxnSp>
        <p:nvCxnSpPr>
          <p:cNvPr id="331" name="Google Shape;331;p21"/>
          <p:cNvCxnSpPr/>
          <p:nvPr/>
        </p:nvCxnSpPr>
        <p:spPr>
          <a:xfrm>
            <a:off x="0" y="255335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2" name="Google Shape;332;p21"/>
          <p:cNvSpPr txBox="1"/>
          <p:nvPr>
            <p:ph idx="3" type="subTitle"/>
          </p:nvPr>
        </p:nvSpPr>
        <p:spPr>
          <a:xfrm>
            <a:off x="436725" y="3675175"/>
            <a:ext cx="3813000" cy="7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33" name="Google Shape;333;p21"/>
          <p:cNvSpPr txBox="1"/>
          <p:nvPr>
            <p:ph idx="4" type="subTitle"/>
          </p:nvPr>
        </p:nvSpPr>
        <p:spPr>
          <a:xfrm>
            <a:off x="4980750" y="3675175"/>
            <a:ext cx="3813000" cy="7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336" name="Google Shape;336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1" name="Google Shape;34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4" name="Google Shape;344;p2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5" name="Google Shape;345;p2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50" name="Google Shape;350;p2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355" name="Google Shape;355;p2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6" name="Google Shape;356;p2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1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/>
        </p:txBody>
      </p:sp>
      <p:sp>
        <p:nvSpPr>
          <p:cNvPr id="361" name="Google Shape;361;p3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3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3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7" name="Google Shape;367;p3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8" name="Google Shape;368;p3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9" name="Google Shape;369;p3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0" name="Google Shape;370;p3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3" name="Google Shape;373;p3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4" name="Google Shape;374;p3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77" name="Google Shape;377;p3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8" name="Google Shape;378;p3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9" name="Google Shape;379;p3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0" name="Google Shape;380;p3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3" name="Google Shape;383;p3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4" name="Google Shape;384;p3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85" name="Google Shape;385;p3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3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7" name="Google Shape;387;p3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8" name="Google Shape;388;p3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1" name="Google Shape;391;p3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2" name="Google Shape;392;p3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3" name="Google Shape;393;p3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4" name="Google Shape;394;p3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95" name="Google Shape;395;p3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3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3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8" name="Google Shape;398;p3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1" name="Google Shape;401;p3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4" name="Google Shape;404;p3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3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6" name="Google Shape;406;p3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7" name="Google Shape;40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8" name="Google Shape;408;p3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9" name="Google Shape;409;p3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2" name="Google Shape;412;p4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4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4" name="Google Shape;414;p4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5" name="Google Shape;415;p4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6" name="Google Shape;416;p4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7" name="Google Shape;41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8" name="Google Shape;418;p4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9" name="Google Shape;419;p4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0" name="Google Shape;420;p4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4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4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0" name="Google Shape;430;p4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1" name="Google Shape;431;p4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4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p4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theme" Target="../theme/theme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436725" y="2144775"/>
            <a:ext cx="4088400" cy="276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b="0" i="0" spc="0" sz="1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2921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b="0" i="0" spc="0" sz="1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2921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b="0" i="0" spc="0" sz="1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b="0" i="0" spc="0" sz="1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b="0" i="0" spc="0" sz="1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b="0" i="0" spc="0" sz="1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b="0" i="0" spc="0" sz="1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b="0" i="0" spc="0" sz="1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b="0" i="0" spc="0" sz="1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36725" y="457200"/>
            <a:ext cx="76908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pc="0" sz="36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pc="0" sz="36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pc="0" sz="36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pc="0" sz="36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pc="0" sz="36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pc="0" sz="36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pc="0" sz="36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pc="0" sz="36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pc="0" sz="36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113250" y="2215425"/>
            <a:ext cx="3834600" cy="251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b="0" i="0" spc="0" sz="1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2921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b="0" i="0" spc="0" sz="1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2921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b="0" i="0" spc="0" sz="1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b="0" i="0" spc="0" sz="1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b="0" i="0" spc="0" sz="1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b="0" i="0" spc="0" sz="1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b="0" i="0" spc="0" sz="1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b="0" i="0" spc="0" sz="1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b="0" i="0" spc="0" sz="1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459">
          <p15:clr>
            <a:srgbClr val="00FFFF"/>
          </p15:clr>
        </p15:guide>
        <p15:guide id="2" pos="275">
          <p15:clr>
            <a:srgbClr val="00FFFF"/>
          </p15:clr>
        </p15:guide>
        <p15:guide id="3" orient="horz" pos="144">
          <p15:clr>
            <a:srgbClr val="00FFFF"/>
          </p15:clr>
        </p15:guide>
        <p15:guide id="4" orient="horz" pos="3094">
          <p15:clr>
            <a:srgbClr val="00FFFF"/>
          </p15:clr>
        </p15:guide>
        <p15:guide id="5" pos="2850">
          <p15:clr>
            <a:srgbClr val="00FFFF"/>
          </p15:clr>
        </p15:guide>
        <p15:guide id="6" pos="2910">
          <p15:clr>
            <a:srgbClr val="00FFFF"/>
          </p15:clr>
        </p15:guide>
        <p15:guide id="7" pos="1468">
          <p15:clr>
            <a:srgbClr val="00FFFF"/>
          </p15:clr>
        </p15:guide>
        <p15:guide id="8" pos="1527">
          <p15:clr>
            <a:srgbClr val="00FFFF"/>
          </p15:clr>
        </p15:guide>
        <p15:guide id="9" pos="4226">
          <p15:clr>
            <a:srgbClr val="00FFFF"/>
          </p15:clr>
        </p15:guide>
        <p15:guide id="10" pos="4285">
          <p15:clr>
            <a:srgbClr val="00FFFF"/>
          </p15:clr>
        </p15:guide>
        <p15:guide id="11" pos="3773">
          <p15:clr>
            <a:srgbClr val="00FFFF"/>
          </p15:clr>
        </p15:guide>
        <p15:guide id="12" pos="3830">
          <p15:clr>
            <a:srgbClr val="00FFFF"/>
          </p15:clr>
        </p15:guide>
        <p15:guide id="13" pos="1930">
          <p15:clr>
            <a:srgbClr val="00FFFF"/>
          </p15:clr>
        </p15:guide>
        <p15:guide id="14" pos="1987">
          <p15:clr>
            <a:srgbClr val="00FFFF"/>
          </p15:clr>
        </p15:guide>
        <p15:guide id="15" orient="horz" pos="288">
          <p15:clr>
            <a:srgbClr val="00FFFF"/>
          </p15:clr>
        </p15:guide>
        <p15:guide id="16" orient="horz" pos="2950">
          <p15:clr>
            <a:srgbClr val="00FFFF"/>
          </p15:clr>
        </p15:guide>
        <p15:guide id="17" orient="horz" pos="1135">
          <p15:clr>
            <a:srgbClr val="00FFFF"/>
          </p15:clr>
        </p15:guide>
        <p15:guide id="18" orient="horz" pos="1194">
          <p15:clr>
            <a:srgbClr val="00FFFF"/>
          </p15:clr>
        </p15:guide>
        <p15:guide id="19" orient="horz" pos="2043">
          <p15:clr>
            <a:srgbClr val="00FFFF"/>
          </p15:clr>
        </p15:guide>
        <p15:guide id="20" orient="horz" pos="2103">
          <p15:clr>
            <a:srgbClr val="00FFFF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3"/>
          <p:cNvSpPr txBox="1"/>
          <p:nvPr>
            <p:ph type="title"/>
          </p:nvPr>
        </p:nvSpPr>
        <p:spPr>
          <a:xfrm>
            <a:off x="436725" y="713744"/>
            <a:ext cx="4182300" cy="17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en"/>
              <a:t>Calibrating Temperature Sensors</a:t>
            </a:r>
            <a:endParaRPr/>
          </a:p>
        </p:txBody>
      </p:sp>
      <p:sp>
        <p:nvSpPr>
          <p:cNvPr id="439" name="Google Shape;439;p43"/>
          <p:cNvSpPr txBox="1"/>
          <p:nvPr>
            <p:ph idx="1" type="subTitle"/>
          </p:nvPr>
        </p:nvSpPr>
        <p:spPr>
          <a:xfrm>
            <a:off x="436725" y="4683700"/>
            <a:ext cx="4346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UOC - Physics Department - EIT</a:t>
            </a:r>
            <a:endParaRPr/>
          </a:p>
        </p:txBody>
      </p:sp>
      <p:sp>
        <p:nvSpPr>
          <p:cNvPr id="440" name="Google Shape;440;p43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8/10/2026</a:t>
            </a:r>
            <a:endParaRPr/>
          </a:p>
        </p:txBody>
      </p:sp>
      <p:sp>
        <p:nvSpPr>
          <p:cNvPr id="441" name="Google Shape;441;p43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2" name="Google Shape;442;p43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Kenura, Teshan, Kaveesha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4"/>
          <p:cNvSpPr txBox="1"/>
          <p:nvPr>
            <p:ph type="title"/>
          </p:nvPr>
        </p:nvSpPr>
        <p:spPr>
          <a:xfrm>
            <a:off x="436725" y="647525"/>
            <a:ext cx="2718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Content</a:t>
            </a:r>
            <a:endParaRPr/>
          </a:p>
        </p:txBody>
      </p:sp>
      <p:sp>
        <p:nvSpPr>
          <p:cNvPr id="448" name="Google Shape;448;p44"/>
          <p:cNvSpPr txBox="1"/>
          <p:nvPr>
            <p:ph idx="1" type="subTitle"/>
          </p:nvPr>
        </p:nvSpPr>
        <p:spPr>
          <a:xfrm>
            <a:off x="5222100" y="728275"/>
            <a:ext cx="22221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Intro &amp; Setup</a:t>
            </a:r>
            <a:endParaRPr/>
          </a:p>
        </p:txBody>
      </p:sp>
      <p:sp>
        <p:nvSpPr>
          <p:cNvPr id="449" name="Google Shape;449;p44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0" name="Google Shape;450;p44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8/10/2026</a:t>
            </a:r>
            <a:endParaRPr/>
          </a:p>
        </p:txBody>
      </p:sp>
      <p:sp>
        <p:nvSpPr>
          <p:cNvPr id="451" name="Google Shape;451;p44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Calibrating Temperature Sensors</a:t>
            </a:r>
            <a:endParaRPr/>
          </a:p>
        </p:txBody>
      </p:sp>
      <p:sp>
        <p:nvSpPr>
          <p:cNvPr id="452" name="Google Shape;452;p44"/>
          <p:cNvSpPr txBox="1"/>
          <p:nvPr>
            <p:ph idx="4" type="subTitle"/>
          </p:nvPr>
        </p:nvSpPr>
        <p:spPr>
          <a:xfrm>
            <a:off x="5222100" y="1123625"/>
            <a:ext cx="29823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Data Gathering</a:t>
            </a:r>
            <a:endParaRPr/>
          </a:p>
        </p:txBody>
      </p:sp>
      <p:sp>
        <p:nvSpPr>
          <p:cNvPr id="453" name="Google Shape;453;p44"/>
          <p:cNvSpPr txBox="1"/>
          <p:nvPr>
            <p:ph idx="5" type="subTitle"/>
          </p:nvPr>
        </p:nvSpPr>
        <p:spPr>
          <a:xfrm>
            <a:off x="5222100" y="1518975"/>
            <a:ext cx="22221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Results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454" name="Google Shape;454;p44"/>
          <p:cNvSpPr txBox="1"/>
          <p:nvPr>
            <p:ph idx="6" type="subTitle"/>
          </p:nvPr>
        </p:nvSpPr>
        <p:spPr>
          <a:xfrm>
            <a:off x="5222100" y="3408538"/>
            <a:ext cx="22221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Error Analysis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455" name="Google Shape;455;p44"/>
          <p:cNvSpPr txBox="1"/>
          <p:nvPr>
            <p:ph idx="7" type="subTitle"/>
          </p:nvPr>
        </p:nvSpPr>
        <p:spPr>
          <a:xfrm>
            <a:off x="5222100" y="3792504"/>
            <a:ext cx="347472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Discussion and conclusion</a:t>
            </a:r>
            <a:endParaRPr/>
          </a:p>
        </p:txBody>
      </p:sp>
      <p:sp>
        <p:nvSpPr>
          <p:cNvPr id="456" name="Google Shape;456;p44"/>
          <p:cNvSpPr txBox="1"/>
          <p:nvPr>
            <p:ph idx="9" type="subTitle"/>
          </p:nvPr>
        </p:nvSpPr>
        <p:spPr>
          <a:xfrm>
            <a:off x="4857850" y="728275"/>
            <a:ext cx="3066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1.</a:t>
            </a:r>
            <a:endParaRPr/>
          </a:p>
        </p:txBody>
      </p:sp>
      <p:sp>
        <p:nvSpPr>
          <p:cNvPr id="457" name="Google Shape;457;p44"/>
          <p:cNvSpPr txBox="1"/>
          <p:nvPr>
            <p:ph idx="13" type="subTitle"/>
          </p:nvPr>
        </p:nvSpPr>
        <p:spPr>
          <a:xfrm>
            <a:off x="4857850" y="1123625"/>
            <a:ext cx="3066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2.</a:t>
            </a:r>
            <a:endParaRPr/>
          </a:p>
        </p:txBody>
      </p:sp>
      <p:sp>
        <p:nvSpPr>
          <p:cNvPr id="458" name="Google Shape;458;p44"/>
          <p:cNvSpPr txBox="1"/>
          <p:nvPr>
            <p:ph idx="14" type="subTitle"/>
          </p:nvPr>
        </p:nvSpPr>
        <p:spPr>
          <a:xfrm>
            <a:off x="4857850" y="1518975"/>
            <a:ext cx="3066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3.</a:t>
            </a:r>
            <a:endParaRPr/>
          </a:p>
        </p:txBody>
      </p:sp>
      <p:sp>
        <p:nvSpPr>
          <p:cNvPr id="459" name="Google Shape;459;p44"/>
          <p:cNvSpPr txBox="1"/>
          <p:nvPr>
            <p:ph idx="15" type="subTitle"/>
          </p:nvPr>
        </p:nvSpPr>
        <p:spPr>
          <a:xfrm>
            <a:off x="4857850" y="3408538"/>
            <a:ext cx="3066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4.</a:t>
            </a:r>
            <a:endParaRPr/>
          </a:p>
        </p:txBody>
      </p:sp>
      <p:sp>
        <p:nvSpPr>
          <p:cNvPr id="460" name="Google Shape;460;p44"/>
          <p:cNvSpPr txBox="1"/>
          <p:nvPr>
            <p:ph idx="16" type="subTitle"/>
          </p:nvPr>
        </p:nvSpPr>
        <p:spPr>
          <a:xfrm>
            <a:off x="4857850" y="3792504"/>
            <a:ext cx="3066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5.</a:t>
            </a:r>
            <a:endParaRPr/>
          </a:p>
        </p:txBody>
      </p:sp>
      <p:sp>
        <p:nvSpPr>
          <p:cNvPr id="461" name="Google Shape;461;p44"/>
          <p:cNvSpPr txBox="1"/>
          <p:nvPr>
            <p:ph idx="5" type="subTitle"/>
          </p:nvPr>
        </p:nvSpPr>
        <p:spPr>
          <a:xfrm>
            <a:off x="5577625" y="1938839"/>
            <a:ext cx="26268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/>
              <a:t>Two ways to approach the solution</a:t>
            </a:r>
            <a:endParaRPr sz="1200"/>
          </a:p>
        </p:txBody>
      </p:sp>
      <p:sp>
        <p:nvSpPr>
          <p:cNvPr id="462" name="Google Shape;462;p44"/>
          <p:cNvSpPr txBox="1"/>
          <p:nvPr>
            <p:ph idx="14" type="subTitle"/>
          </p:nvPr>
        </p:nvSpPr>
        <p:spPr>
          <a:xfrm>
            <a:off x="5213375" y="1938839"/>
            <a:ext cx="3066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/>
              <a:t>3.1.</a:t>
            </a:r>
            <a:endParaRPr sz="1200"/>
          </a:p>
        </p:txBody>
      </p:sp>
      <p:sp>
        <p:nvSpPr>
          <p:cNvPr id="463" name="Google Shape;463;p44"/>
          <p:cNvSpPr txBox="1"/>
          <p:nvPr>
            <p:ph idx="5" type="subTitle"/>
          </p:nvPr>
        </p:nvSpPr>
        <p:spPr>
          <a:xfrm>
            <a:off x="5586350" y="2322200"/>
            <a:ext cx="26268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/>
              <a:t>Hysteresis?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/>
          </a:p>
        </p:txBody>
      </p:sp>
      <p:sp>
        <p:nvSpPr>
          <p:cNvPr id="464" name="Google Shape;464;p44"/>
          <p:cNvSpPr txBox="1"/>
          <p:nvPr>
            <p:ph idx="14" type="subTitle"/>
          </p:nvPr>
        </p:nvSpPr>
        <p:spPr>
          <a:xfrm>
            <a:off x="5222100" y="2322188"/>
            <a:ext cx="3066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/>
              <a:t>3.2.</a:t>
            </a:r>
            <a:endParaRPr sz="1200"/>
          </a:p>
        </p:txBody>
      </p:sp>
      <p:sp>
        <p:nvSpPr>
          <p:cNvPr id="465" name="Google Shape;465;p44"/>
          <p:cNvSpPr txBox="1"/>
          <p:nvPr>
            <p:ph idx="5" type="subTitle"/>
          </p:nvPr>
        </p:nvSpPr>
        <p:spPr>
          <a:xfrm>
            <a:off x="5586350" y="2701163"/>
            <a:ext cx="22221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/>
              <a:t>Sensitivity</a:t>
            </a:r>
            <a:endParaRPr sz="1200"/>
          </a:p>
        </p:txBody>
      </p:sp>
      <p:sp>
        <p:nvSpPr>
          <p:cNvPr id="466" name="Google Shape;466;p44"/>
          <p:cNvSpPr txBox="1"/>
          <p:nvPr>
            <p:ph idx="14" type="subTitle"/>
          </p:nvPr>
        </p:nvSpPr>
        <p:spPr>
          <a:xfrm>
            <a:off x="5222100" y="2701163"/>
            <a:ext cx="3066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/>
              <a:t>3.3.</a:t>
            </a:r>
            <a:endParaRPr sz="1200"/>
          </a:p>
        </p:txBody>
      </p:sp>
      <p:sp>
        <p:nvSpPr>
          <p:cNvPr id="467" name="Google Shape;467;p44"/>
          <p:cNvSpPr txBox="1"/>
          <p:nvPr>
            <p:ph idx="5" type="subTitle"/>
          </p:nvPr>
        </p:nvSpPr>
        <p:spPr>
          <a:xfrm>
            <a:off x="5586350" y="3080150"/>
            <a:ext cx="22221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/>
              <a:t>Response Time</a:t>
            </a:r>
            <a:endParaRPr sz="1200"/>
          </a:p>
        </p:txBody>
      </p:sp>
      <p:sp>
        <p:nvSpPr>
          <p:cNvPr id="468" name="Google Shape;468;p44"/>
          <p:cNvSpPr txBox="1"/>
          <p:nvPr>
            <p:ph idx="14" type="subTitle"/>
          </p:nvPr>
        </p:nvSpPr>
        <p:spPr>
          <a:xfrm>
            <a:off x="5222100" y="3080150"/>
            <a:ext cx="3066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/>
              <a:t>3.4.</a:t>
            </a:r>
            <a:endParaRPr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5"/>
          <p:cNvSpPr txBox="1"/>
          <p:nvPr>
            <p:ph idx="1" type="subTitle"/>
          </p:nvPr>
        </p:nvSpPr>
        <p:spPr>
          <a:xfrm>
            <a:off x="3212350" y="1345755"/>
            <a:ext cx="27192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Intro</a:t>
            </a:r>
            <a:endParaRPr/>
          </a:p>
        </p:txBody>
      </p:sp>
      <p:sp>
        <p:nvSpPr>
          <p:cNvPr id="474" name="Google Shape;474;p45"/>
          <p:cNvSpPr txBox="1"/>
          <p:nvPr>
            <p:ph type="title"/>
          </p:nvPr>
        </p:nvSpPr>
        <p:spPr>
          <a:xfrm>
            <a:off x="2659075" y="1755300"/>
            <a:ext cx="38496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Calibration of an NTC using a DS18B20, which is a pre-calibrated temperature sensor.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The DS18B20 has 3 pins. Its digital output pin uses an open-drain architecture.</a:t>
            </a:r>
            <a:endParaRPr/>
          </a:p>
        </p:txBody>
      </p:sp>
      <p:sp>
        <p:nvSpPr>
          <p:cNvPr id="475" name="Google Shape;475;p45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6" name="Google Shape;476;p45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8/10/2026</a:t>
            </a:r>
            <a:endParaRPr/>
          </a:p>
        </p:txBody>
      </p:sp>
      <p:sp>
        <p:nvSpPr>
          <p:cNvPr id="477" name="Google Shape;477;p45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Calibrating Temperature Sensors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6"/>
          <p:cNvSpPr txBox="1"/>
          <p:nvPr>
            <p:ph idx="1" type="subTitle"/>
          </p:nvPr>
        </p:nvSpPr>
        <p:spPr>
          <a:xfrm>
            <a:off x="436850" y="2053200"/>
            <a:ext cx="2347200" cy="25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/>
              <a:t>1. 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/>
              <a:t>The circuit is a simple voltage divider with the NTC connected on one side of the GND. 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/>
              <a:t>A 3.3 kΩ resistor is used to keep the output within the measurable range.</a:t>
            </a:r>
            <a:endParaRPr sz="1600"/>
          </a:p>
        </p:txBody>
      </p:sp>
      <p:sp>
        <p:nvSpPr>
          <p:cNvPr id="483" name="Google Shape;483;p46"/>
          <p:cNvSpPr txBox="1"/>
          <p:nvPr>
            <p:ph type="title"/>
          </p:nvPr>
        </p:nvSpPr>
        <p:spPr>
          <a:xfrm>
            <a:off x="436725" y="457200"/>
            <a:ext cx="8230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Setup</a:t>
            </a:r>
            <a:endParaRPr/>
          </a:p>
        </p:txBody>
      </p:sp>
      <p:sp>
        <p:nvSpPr>
          <p:cNvPr id="484" name="Google Shape;484;p46"/>
          <p:cNvSpPr txBox="1"/>
          <p:nvPr>
            <p:ph idx="2" type="subTitle"/>
          </p:nvPr>
        </p:nvSpPr>
        <p:spPr>
          <a:xfrm>
            <a:off x="3547650" y="2114525"/>
            <a:ext cx="2144400" cy="25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/>
              <a:t>2.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/>
              <a:t>Both the DS18B20 and the NTC are immersed in a water bath, close together.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/>
              <a:t>The bath is continuously stirred.</a:t>
            </a:r>
            <a:endParaRPr/>
          </a:p>
        </p:txBody>
      </p:sp>
      <p:sp>
        <p:nvSpPr>
          <p:cNvPr id="485" name="Google Shape;485;p46"/>
          <p:cNvSpPr txBox="1"/>
          <p:nvPr>
            <p:ph idx="3" type="subTitle"/>
          </p:nvPr>
        </p:nvSpPr>
        <p:spPr>
          <a:xfrm>
            <a:off x="6475350" y="2114525"/>
            <a:ext cx="2291400" cy="25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/>
              <a:t>3. 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/>
              <a:t>Middle node of the voltage divider setup is connected to an Arduino ADC pin.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/>
              <a:t>The data wire of the DS18B20 is connected to a digital pin.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</p:txBody>
      </p:sp>
      <p:sp>
        <p:nvSpPr>
          <p:cNvPr id="486" name="Google Shape;486;p46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7" name="Google Shape;487;p46"/>
          <p:cNvSpPr txBox="1"/>
          <p:nvPr>
            <p:ph idx="4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8/10/2026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</p:txBody>
      </p:sp>
      <p:sp>
        <p:nvSpPr>
          <p:cNvPr id="488" name="Google Shape;488;p46"/>
          <p:cNvSpPr txBox="1"/>
          <p:nvPr>
            <p:ph idx="5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Calibrating Temperature Sensors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</p:txBody>
      </p:sp>
      <p:cxnSp>
        <p:nvCxnSpPr>
          <p:cNvPr id="489" name="Google Shape;489;p46"/>
          <p:cNvCxnSpPr/>
          <p:nvPr/>
        </p:nvCxnSpPr>
        <p:spPr>
          <a:xfrm>
            <a:off x="-9" y="1798332"/>
            <a:ext cx="91665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0" name="Google Shape;490;p46"/>
          <p:cNvCxnSpPr/>
          <p:nvPr/>
        </p:nvCxnSpPr>
        <p:spPr>
          <a:xfrm>
            <a:off x="6083700" y="1797925"/>
            <a:ext cx="0" cy="3345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1" name="Google Shape;491;p46"/>
          <p:cNvCxnSpPr/>
          <p:nvPr/>
        </p:nvCxnSpPr>
        <p:spPr>
          <a:xfrm>
            <a:off x="3156000" y="1797925"/>
            <a:ext cx="0" cy="3345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6" name="Google Shape;496;p47"/>
          <p:cNvGrpSpPr/>
          <p:nvPr/>
        </p:nvGrpSpPr>
        <p:grpSpPr>
          <a:xfrm>
            <a:off x="4970338" y="851918"/>
            <a:ext cx="644025" cy="121200"/>
            <a:chOff x="5238750" y="1016375"/>
            <a:chExt cx="644025" cy="121200"/>
          </a:xfrm>
        </p:grpSpPr>
        <p:cxnSp>
          <p:nvCxnSpPr>
            <p:cNvPr id="497" name="Google Shape;497;p47"/>
            <p:cNvCxnSpPr/>
            <p:nvPr/>
          </p:nvCxnSpPr>
          <p:spPr>
            <a:xfrm>
              <a:off x="5238750" y="1076325"/>
              <a:ext cx="6402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8" name="Google Shape;498;p47"/>
            <p:cNvCxnSpPr/>
            <p:nvPr/>
          </p:nvCxnSpPr>
          <p:spPr>
            <a:xfrm rot="10800000">
              <a:off x="5822175" y="10163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9" name="Google Shape;499;p47"/>
            <p:cNvCxnSpPr/>
            <p:nvPr/>
          </p:nvCxnSpPr>
          <p:spPr>
            <a:xfrm flipH="1">
              <a:off x="5822175" y="10769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00" name="Google Shape;500;p47"/>
          <p:cNvGrpSpPr/>
          <p:nvPr/>
        </p:nvGrpSpPr>
        <p:grpSpPr>
          <a:xfrm>
            <a:off x="4970338" y="1872218"/>
            <a:ext cx="644025" cy="121200"/>
            <a:chOff x="5238750" y="1016375"/>
            <a:chExt cx="644025" cy="121200"/>
          </a:xfrm>
        </p:grpSpPr>
        <p:cxnSp>
          <p:nvCxnSpPr>
            <p:cNvPr id="501" name="Google Shape;501;p47"/>
            <p:cNvCxnSpPr/>
            <p:nvPr/>
          </p:nvCxnSpPr>
          <p:spPr>
            <a:xfrm>
              <a:off x="5238750" y="1076325"/>
              <a:ext cx="6402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2" name="Google Shape;502;p47"/>
            <p:cNvCxnSpPr/>
            <p:nvPr/>
          </p:nvCxnSpPr>
          <p:spPr>
            <a:xfrm rot="10800000">
              <a:off x="5822175" y="10163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3" name="Google Shape;503;p47"/>
            <p:cNvCxnSpPr/>
            <p:nvPr/>
          </p:nvCxnSpPr>
          <p:spPr>
            <a:xfrm flipH="1">
              <a:off x="5822175" y="10769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04" name="Google Shape;504;p47"/>
          <p:cNvGrpSpPr/>
          <p:nvPr/>
        </p:nvGrpSpPr>
        <p:grpSpPr>
          <a:xfrm>
            <a:off x="4970338" y="2892518"/>
            <a:ext cx="644025" cy="121200"/>
            <a:chOff x="5238750" y="1016375"/>
            <a:chExt cx="644025" cy="121200"/>
          </a:xfrm>
        </p:grpSpPr>
        <p:cxnSp>
          <p:nvCxnSpPr>
            <p:cNvPr id="505" name="Google Shape;505;p47"/>
            <p:cNvCxnSpPr/>
            <p:nvPr/>
          </p:nvCxnSpPr>
          <p:spPr>
            <a:xfrm>
              <a:off x="5238750" y="1076325"/>
              <a:ext cx="6402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6" name="Google Shape;506;p47"/>
            <p:cNvCxnSpPr/>
            <p:nvPr/>
          </p:nvCxnSpPr>
          <p:spPr>
            <a:xfrm rot="10800000">
              <a:off x="5822175" y="10163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7" name="Google Shape;507;p47"/>
            <p:cNvCxnSpPr/>
            <p:nvPr/>
          </p:nvCxnSpPr>
          <p:spPr>
            <a:xfrm flipH="1">
              <a:off x="5822175" y="10769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08" name="Google Shape;508;p47"/>
          <p:cNvGrpSpPr/>
          <p:nvPr/>
        </p:nvGrpSpPr>
        <p:grpSpPr>
          <a:xfrm>
            <a:off x="4970338" y="3912818"/>
            <a:ext cx="644025" cy="121200"/>
            <a:chOff x="5238750" y="1016375"/>
            <a:chExt cx="644025" cy="121200"/>
          </a:xfrm>
        </p:grpSpPr>
        <p:cxnSp>
          <p:nvCxnSpPr>
            <p:cNvPr id="509" name="Google Shape;509;p47"/>
            <p:cNvCxnSpPr/>
            <p:nvPr/>
          </p:nvCxnSpPr>
          <p:spPr>
            <a:xfrm>
              <a:off x="5238750" y="1076325"/>
              <a:ext cx="6402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0" name="Google Shape;510;p47"/>
            <p:cNvCxnSpPr/>
            <p:nvPr/>
          </p:nvCxnSpPr>
          <p:spPr>
            <a:xfrm rot="10800000">
              <a:off x="5822175" y="10163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1" name="Google Shape;511;p47"/>
            <p:cNvCxnSpPr/>
            <p:nvPr/>
          </p:nvCxnSpPr>
          <p:spPr>
            <a:xfrm flipH="1">
              <a:off x="5822175" y="10769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12" name="Google Shape;512;p47"/>
          <p:cNvSpPr txBox="1"/>
          <p:nvPr>
            <p:ph idx="1" type="subTitle"/>
          </p:nvPr>
        </p:nvSpPr>
        <p:spPr>
          <a:xfrm>
            <a:off x="436725" y="814800"/>
            <a:ext cx="23019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513" name="Google Shape;513;p47"/>
          <p:cNvSpPr txBox="1"/>
          <p:nvPr>
            <p:ph type="title"/>
          </p:nvPr>
        </p:nvSpPr>
        <p:spPr>
          <a:xfrm>
            <a:off x="436725" y="1231825"/>
            <a:ext cx="2301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Data Gathering</a:t>
            </a:r>
            <a:endParaRPr/>
          </a:p>
        </p:txBody>
      </p:sp>
      <p:sp>
        <p:nvSpPr>
          <p:cNvPr id="514" name="Google Shape;514;p47"/>
          <p:cNvSpPr txBox="1"/>
          <p:nvPr>
            <p:ph idx="2" type="subTitle"/>
          </p:nvPr>
        </p:nvSpPr>
        <p:spPr>
          <a:xfrm>
            <a:off x="3687450" y="814800"/>
            <a:ext cx="9492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1200"/>
              <a:t>Sample Gathering</a:t>
            </a:r>
            <a:endParaRPr/>
          </a:p>
        </p:txBody>
      </p:sp>
      <p:sp>
        <p:nvSpPr>
          <p:cNvPr id="515" name="Google Shape;515;p47"/>
          <p:cNvSpPr txBox="1"/>
          <p:nvPr>
            <p:ph idx="3" type="subTitle"/>
          </p:nvPr>
        </p:nvSpPr>
        <p:spPr>
          <a:xfrm>
            <a:off x="5948075" y="814800"/>
            <a:ext cx="26910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/>
              <a:t>Three setups: 3 × DS18B20 and 3 × NTC at 3 random positions in the same water bath.</a:t>
            </a:r>
            <a:endParaRPr sz="1200"/>
          </a:p>
        </p:txBody>
      </p:sp>
      <p:sp>
        <p:nvSpPr>
          <p:cNvPr id="516" name="Google Shape;516;p47"/>
          <p:cNvSpPr txBox="1"/>
          <p:nvPr>
            <p:ph idx="4" type="subTitle"/>
          </p:nvPr>
        </p:nvSpPr>
        <p:spPr>
          <a:xfrm>
            <a:off x="3687450" y="1835100"/>
            <a:ext cx="9492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1200"/>
              <a:t>Treatments</a:t>
            </a:r>
            <a:endParaRPr/>
          </a:p>
        </p:txBody>
      </p:sp>
      <p:sp>
        <p:nvSpPr>
          <p:cNvPr id="517" name="Google Shape;517;p47"/>
          <p:cNvSpPr txBox="1"/>
          <p:nvPr>
            <p:ph idx="5" type="subTitle"/>
          </p:nvPr>
        </p:nvSpPr>
        <p:spPr>
          <a:xfrm>
            <a:off x="5948075" y="1835100"/>
            <a:ext cx="26910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/>
              <a:t>Ice cooled the bath; a hot plate heated it. Each member monitored the 3 device pairs.</a:t>
            </a:r>
            <a:endParaRPr sz="1200"/>
          </a:p>
        </p:txBody>
      </p:sp>
      <p:sp>
        <p:nvSpPr>
          <p:cNvPr id="518" name="Google Shape;518;p47"/>
          <p:cNvSpPr txBox="1"/>
          <p:nvPr>
            <p:ph idx="6" type="subTitle"/>
          </p:nvPr>
        </p:nvSpPr>
        <p:spPr>
          <a:xfrm>
            <a:off x="3687450" y="2855400"/>
            <a:ext cx="9492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1200"/>
              <a:t>Monitoring</a:t>
            </a:r>
            <a:endParaRPr/>
          </a:p>
        </p:txBody>
      </p:sp>
      <p:sp>
        <p:nvSpPr>
          <p:cNvPr id="519" name="Google Shape;519;p47"/>
          <p:cNvSpPr txBox="1"/>
          <p:nvPr>
            <p:ph idx="7" type="subTitle"/>
          </p:nvPr>
        </p:nvSpPr>
        <p:spPr>
          <a:xfrm>
            <a:off x="5948075" y="2855400"/>
            <a:ext cx="26910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/>
              <a:t>Temperature vs time and vs raw ADC were plotted. Each run was saved as a log and a CSV.</a:t>
            </a:r>
            <a:endParaRPr sz="1200"/>
          </a:p>
        </p:txBody>
      </p:sp>
      <p:sp>
        <p:nvSpPr>
          <p:cNvPr id="520" name="Google Shape;520;p47"/>
          <p:cNvSpPr txBox="1"/>
          <p:nvPr>
            <p:ph idx="8" type="subTitle"/>
          </p:nvPr>
        </p:nvSpPr>
        <p:spPr>
          <a:xfrm>
            <a:off x="3687450" y="3875700"/>
            <a:ext cx="9492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1200"/>
              <a:t>Response Time</a:t>
            </a:r>
            <a:endParaRPr/>
          </a:p>
        </p:txBody>
      </p:sp>
      <p:sp>
        <p:nvSpPr>
          <p:cNvPr id="521" name="Google Shape;521;p47"/>
          <p:cNvSpPr txBox="1"/>
          <p:nvPr>
            <p:ph idx="9" type="subTitle"/>
          </p:nvPr>
        </p:nvSpPr>
        <p:spPr>
          <a:xfrm>
            <a:off x="5948075" y="3875700"/>
            <a:ext cx="26910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/>
              <a:t>NTC moved from a room-temperature bath to an ice bath until 0 °C, then back.</a:t>
            </a:r>
            <a:endParaRPr sz="1200"/>
          </a:p>
        </p:txBody>
      </p:sp>
      <p:sp>
        <p:nvSpPr>
          <p:cNvPr id="522" name="Google Shape;522;p47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3" name="Google Shape;523;p47"/>
          <p:cNvSpPr txBox="1"/>
          <p:nvPr>
            <p:ph idx="13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8/10/2026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</p:txBody>
      </p:sp>
      <p:sp>
        <p:nvSpPr>
          <p:cNvPr id="524" name="Google Shape;524;p47"/>
          <p:cNvSpPr txBox="1"/>
          <p:nvPr>
            <p:ph idx="14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Calibrating Temperature Sensors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48"/>
          <p:cNvSpPr txBox="1"/>
          <p:nvPr>
            <p:ph idx="1" type="subTitle"/>
          </p:nvPr>
        </p:nvSpPr>
        <p:spPr>
          <a:xfrm>
            <a:off x="6446974" y="814800"/>
            <a:ext cx="22200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Data used</a:t>
            </a:r>
            <a:endParaRPr/>
          </a:p>
        </p:txBody>
      </p:sp>
      <p:sp>
        <p:nvSpPr>
          <p:cNvPr id="530" name="Google Shape;530;p48"/>
          <p:cNvSpPr txBox="1"/>
          <p:nvPr>
            <p:ph idx="2" type="subTitle"/>
          </p:nvPr>
        </p:nvSpPr>
        <p:spPr>
          <a:xfrm>
            <a:off x="436725" y="814800"/>
            <a:ext cx="41823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531" name="Google Shape;531;p48"/>
          <p:cNvSpPr txBox="1"/>
          <p:nvPr>
            <p:ph type="title"/>
          </p:nvPr>
        </p:nvSpPr>
        <p:spPr>
          <a:xfrm>
            <a:off x="436725" y="1231825"/>
            <a:ext cx="4182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Two ways to approach the solution</a:t>
            </a:r>
            <a:endParaRPr/>
          </a:p>
        </p:txBody>
      </p:sp>
      <p:sp>
        <p:nvSpPr>
          <p:cNvPr id="532" name="Google Shape;532;p48"/>
          <p:cNvSpPr txBox="1"/>
          <p:nvPr>
            <p:ph idx="3" type="subTitle"/>
          </p:nvPr>
        </p:nvSpPr>
        <p:spPr>
          <a:xfrm>
            <a:off x="436725" y="1961998"/>
            <a:ext cx="41823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/>
              <a:t>Heating and cooling runs were fitted separately first. Then we compared an empirical fit with a physical model.</a:t>
            </a:r>
            <a:endParaRPr/>
          </a:p>
        </p:txBody>
      </p:sp>
      <p:sp>
        <p:nvSpPr>
          <p:cNvPr id="533" name="Google Shape;533;p48"/>
          <p:cNvSpPr txBox="1"/>
          <p:nvPr>
            <p:ph idx="4" type="subTitle"/>
          </p:nvPr>
        </p:nvSpPr>
        <p:spPr>
          <a:xfrm>
            <a:off x="436725" y="3219125"/>
            <a:ext cx="21864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/>
              <a:t>Polynomial fit</a:t>
            </a:r>
            <a:endParaRPr/>
          </a:p>
        </p:txBody>
      </p:sp>
      <p:sp>
        <p:nvSpPr>
          <p:cNvPr id="534" name="Google Shape;534;p48"/>
          <p:cNvSpPr txBox="1"/>
          <p:nvPr>
            <p:ph idx="5" type="subTitle"/>
          </p:nvPr>
        </p:nvSpPr>
        <p:spPr>
          <a:xfrm>
            <a:off x="436725" y="3566160"/>
            <a:ext cx="2186400" cy="9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/>
              <a:t>Cubic is best: RMSE 0.35 °C (heating) and 0.55 °C (cooling).</a:t>
            </a:r>
            <a:endParaRPr/>
          </a:p>
        </p:txBody>
      </p:sp>
      <p:sp>
        <p:nvSpPr>
          <p:cNvPr id="535" name="Google Shape;535;p48"/>
          <p:cNvSpPr txBox="1"/>
          <p:nvPr>
            <p:ph idx="6" type="subTitle"/>
          </p:nvPr>
        </p:nvSpPr>
        <p:spPr>
          <a:xfrm>
            <a:off x="3472800" y="3219125"/>
            <a:ext cx="21864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/>
              <a:t>NTC β-model</a:t>
            </a:r>
            <a:endParaRPr/>
          </a:p>
        </p:txBody>
      </p:sp>
      <p:sp>
        <p:nvSpPr>
          <p:cNvPr id="536" name="Google Shape;536;p48"/>
          <p:cNvSpPr txBox="1"/>
          <p:nvPr>
            <p:ph idx="7" type="subTitle"/>
          </p:nvPr>
        </p:nvSpPr>
        <p:spPr>
          <a:xfrm>
            <a:off x="3472800" y="3566160"/>
            <a:ext cx="2186400" cy="12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None/>
            </a:pPr>
            <a:r>
              <a:rPr lang="en" sz="1400"/>
              <a:t>ln r vs 1/T is a straight line: β = 3965 K, RMSE 0.60 °C with 2 parameters.</a:t>
            </a:r>
            <a:endParaRPr/>
          </a:p>
        </p:txBody>
      </p:sp>
      <p:sp>
        <p:nvSpPr>
          <p:cNvPr id="537" name="Google Shape;537;p48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8" name="Google Shape;538;p48"/>
          <p:cNvSpPr txBox="1"/>
          <p:nvPr>
            <p:ph idx="13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8/10/2026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</p:txBody>
      </p:sp>
      <p:sp>
        <p:nvSpPr>
          <p:cNvPr id="539" name="Google Shape;539;p48"/>
          <p:cNvSpPr txBox="1"/>
          <p:nvPr>
            <p:ph idx="14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Calibrating Temperature Sensors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</p:txBody>
      </p:sp>
      <p:cxnSp>
        <p:nvCxnSpPr>
          <p:cNvPr id="540" name="Google Shape;540;p48"/>
          <p:cNvCxnSpPr/>
          <p:nvPr/>
        </p:nvCxnSpPr>
        <p:spPr>
          <a:xfrm>
            <a:off x="5985025" y="-13225"/>
            <a:ext cx="0" cy="5159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1" name="Google Shape;541;p48"/>
          <p:cNvCxnSpPr/>
          <p:nvPr/>
        </p:nvCxnSpPr>
        <p:spPr>
          <a:xfrm>
            <a:off x="-9" y="2764475"/>
            <a:ext cx="59862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2" name="Google Shape;542;p48"/>
          <p:cNvCxnSpPr/>
          <p:nvPr/>
        </p:nvCxnSpPr>
        <p:spPr>
          <a:xfrm>
            <a:off x="3146975" y="2764475"/>
            <a:ext cx="0" cy="2428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3" name="Google Shape;543;p48"/>
          <p:cNvSpPr txBox="1"/>
          <p:nvPr>
            <p:ph idx="3" type="subTitle"/>
          </p:nvPr>
        </p:nvSpPr>
        <p:spPr>
          <a:xfrm>
            <a:off x="6446975" y="1289600"/>
            <a:ext cx="2220000" cy="3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/>
              <a:t>3 valid runs: 1 heating, 2 cooling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/>
              <a:t>5319 samples from 0 to 98 °C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/>
              <a:t>12 rows removed: 3 empty, 9 outliers (beyond 2.5σ)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9"/>
          <p:cNvSpPr txBox="1"/>
          <p:nvPr>
            <p:ph type="title"/>
          </p:nvPr>
        </p:nvSpPr>
        <p:spPr>
          <a:xfrm>
            <a:off x="438912" y="566928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400"/>
              <a:t>Polynomial fit</a:t>
            </a:r>
            <a:endParaRPr/>
          </a:p>
        </p:txBody>
      </p:sp>
      <p:sp>
        <p:nvSpPr>
          <p:cNvPr id="549" name="Google Shape;549;p49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0" name="Google Shape;550;p49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8/10/2026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</p:txBody>
      </p:sp>
      <p:sp>
        <p:nvSpPr>
          <p:cNvPr id="551" name="Google Shape;551;p49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Calibrating Temperature Sensors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</p:txBody>
      </p:sp>
      <p:sp>
        <p:nvSpPr>
          <p:cNvPr id="552" name="Google Shape;552;p49"/>
          <p:cNvSpPr txBox="1"/>
          <p:nvPr/>
        </p:nvSpPr>
        <p:spPr>
          <a:xfrm>
            <a:off x="438912" y="105156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pc="0" sz="1400" u="none" cap="none" strike="noStrike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Global cubic: heating and cooling data combined</a:t>
            </a:r>
            <a:endParaRPr/>
          </a:p>
        </p:txBody>
      </p:sp>
      <p:sp>
        <p:nvSpPr>
          <p:cNvPr id="553" name="Google Shape;553;p49"/>
          <p:cNvSpPr txBox="1"/>
          <p:nvPr/>
        </p:nvSpPr>
        <p:spPr>
          <a:xfrm>
            <a:off x="438912" y="1874519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pc="0" sz="2800" u="none" cap="none" strike="noStrike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2.3 → 0.35 °C</a:t>
            </a:r>
            <a:endParaRPr/>
          </a:p>
        </p:txBody>
      </p:sp>
      <p:sp>
        <p:nvSpPr>
          <p:cNvPr id="554" name="Google Shape;554;p49"/>
          <p:cNvSpPr txBox="1"/>
          <p:nvPr/>
        </p:nvSpPr>
        <p:spPr>
          <a:xfrm>
            <a:off x="438912" y="233172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pc="0" sz="1200" u="none" cap="none" strike="noStrike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Heating RMSE, straight line vs cubic</a:t>
            </a:r>
            <a:endParaRPr/>
          </a:p>
        </p:txBody>
      </p:sp>
      <p:sp>
        <p:nvSpPr>
          <p:cNvPr id="555" name="Google Shape;555;p49"/>
          <p:cNvSpPr txBox="1"/>
          <p:nvPr/>
        </p:nvSpPr>
        <p:spPr>
          <a:xfrm>
            <a:off x="438912" y="278892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pc="0" sz="2800" u="none" cap="none" strike="noStrike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0.54 °C</a:t>
            </a:r>
            <a:endParaRPr/>
          </a:p>
        </p:txBody>
      </p:sp>
      <p:sp>
        <p:nvSpPr>
          <p:cNvPr id="556" name="Google Shape;556;p49"/>
          <p:cNvSpPr txBox="1"/>
          <p:nvPr/>
        </p:nvSpPr>
        <p:spPr>
          <a:xfrm>
            <a:off x="438912" y="324612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pc="0" sz="1200" u="none" cap="none" strike="noStrike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Global cubic RMSE (N = 5319)</a:t>
            </a:r>
            <a:endParaRPr/>
          </a:p>
        </p:txBody>
      </p:sp>
      <p:sp>
        <p:nvSpPr>
          <p:cNvPr id="557" name="Google Shape;557;p49"/>
          <p:cNvSpPr txBox="1"/>
          <p:nvPr/>
        </p:nvSpPr>
        <p:spPr>
          <a:xfrm>
            <a:off x="438912" y="370332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pc="0" sz="2800" u="none" cap="none" strike="noStrike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±1.06 °C</a:t>
            </a:r>
            <a:endParaRPr/>
          </a:p>
        </p:txBody>
      </p:sp>
      <p:sp>
        <p:nvSpPr>
          <p:cNvPr id="558" name="Google Shape;558;p49"/>
          <p:cNvSpPr txBox="1"/>
          <p:nvPr/>
        </p:nvSpPr>
        <p:spPr>
          <a:xfrm>
            <a:off x="438912" y="416052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pc="0" sz="1200" u="none" cap="none" strike="noStrike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Mean 95 % prediction half-width</a:t>
            </a:r>
            <a:endParaRPr/>
          </a:p>
        </p:txBody>
      </p:sp>
      <p:pic>
        <p:nvPicPr>
          <p:cNvPr descr="Global cubic fit with 95 % prediction band" id="559" name="Google Shape;55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91840" y="777240"/>
            <a:ext cx="5394960" cy="3576434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49"/>
          <p:cNvSpPr txBox="1"/>
          <p:nvPr/>
        </p:nvSpPr>
        <p:spPr>
          <a:xfrm>
            <a:off x="3291840" y="4434840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pc="0" sz="1200" u="none" cap="none" strike="noStrike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T = 1.869×10</a:t>
            </a:r>
            <a:r>
              <a:rPr b="0" baseline="30000" i="0" lang="en" spc="0" sz="1200" u="none" cap="none" strike="noStrike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−7</a:t>
            </a:r>
            <a:r>
              <a:rPr b="0" i="0" lang="en" spc="0" sz="1200" u="none" cap="none" strike="noStrike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 a³ − 2.495×10</a:t>
            </a:r>
            <a:r>
              <a:rPr b="0" baseline="30000" i="0" lang="en" spc="0" sz="1200" u="none" cap="none" strike="noStrike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−4</a:t>
            </a:r>
            <a:r>
              <a:rPr b="0" i="0" lang="en" spc="0" sz="1200" u="none" cap="none" strike="noStrike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 a² + 0.2134 a − 17.558,  a = ADC count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50"/>
          <p:cNvSpPr txBox="1"/>
          <p:nvPr>
            <p:ph type="title"/>
          </p:nvPr>
        </p:nvSpPr>
        <p:spPr>
          <a:xfrm>
            <a:off x="438912" y="566928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400"/>
              <a:t>NTC β-model: from circuit to temperature</a:t>
            </a:r>
            <a:endParaRPr/>
          </a:p>
        </p:txBody>
      </p:sp>
      <p:sp>
        <p:nvSpPr>
          <p:cNvPr id="566" name="Google Shape;566;p50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7" name="Google Shape;567;p50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8/10/2026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</p:txBody>
      </p:sp>
      <p:sp>
        <p:nvSpPr>
          <p:cNvPr id="568" name="Google Shape;568;p50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Calibrating Temperature Sensors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</p:txBody>
      </p:sp>
      <p:sp>
        <p:nvSpPr>
          <p:cNvPr id="569" name="Google Shape;569;p50"/>
          <p:cNvSpPr/>
          <p:nvPr/>
        </p:nvSpPr>
        <p:spPr>
          <a:xfrm>
            <a:off x="502920" y="1325880"/>
            <a:ext cx="1828800" cy="3063240"/>
          </a:xfrm>
          <a:prstGeom prst="roundRect">
            <a:avLst>
              <a:gd fmla="val 8000" name="adj"/>
            </a:avLst>
          </a:prstGeom>
          <a:solidFill>
            <a:srgbClr val="4907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50"/>
          <p:cNvSpPr/>
          <p:nvPr/>
        </p:nvSpPr>
        <p:spPr>
          <a:xfrm>
            <a:off x="685800" y="1508760"/>
            <a:ext cx="384048" cy="384048"/>
          </a:xfrm>
          <a:prstGeom prst="ellipse">
            <a:avLst/>
          </a:prstGeom>
          <a:solidFill>
            <a:srgbClr val="F2631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pc="0" sz="1400" u="none" cap="none" strike="noStrike">
                <a:solidFill>
                  <a:srgbClr val="F1F5F8"/>
                </a:solidFill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  <a:endParaRPr/>
          </a:p>
        </p:txBody>
      </p:sp>
      <p:sp>
        <p:nvSpPr>
          <p:cNvPr id="571" name="Google Shape;571;p50"/>
          <p:cNvSpPr txBox="1"/>
          <p:nvPr/>
        </p:nvSpPr>
        <p:spPr>
          <a:xfrm>
            <a:off x="685800" y="203911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pc="0" sz="1600" u="none" cap="none" strike="noStrike">
                <a:solidFill>
                  <a:srgbClr val="FFC490"/>
                </a:solidFill>
                <a:latin typeface="IBM Plex Sans"/>
                <a:ea typeface="IBM Plex Sans"/>
                <a:cs typeface="IBM Plex Sans"/>
                <a:sym typeface="IBM Plex Sans"/>
              </a:rPr>
              <a:t>Divider</a:t>
            </a:r>
            <a:endParaRPr/>
          </a:p>
        </p:txBody>
      </p:sp>
      <p:sp>
        <p:nvSpPr>
          <p:cNvPr id="572" name="Google Shape;572;p50"/>
          <p:cNvSpPr txBox="1"/>
          <p:nvPr/>
        </p:nvSpPr>
        <p:spPr>
          <a:xfrm>
            <a:off x="685800" y="2468880"/>
            <a:ext cx="1463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pc="0" sz="1600" u="none" cap="none" strike="noStrike">
                <a:solidFill>
                  <a:srgbClr val="F1F5F8"/>
                </a:solidFill>
                <a:latin typeface="IBM Plex Sans"/>
                <a:ea typeface="IBM Plex Sans"/>
                <a:cs typeface="IBM Plex Sans"/>
                <a:sym typeface="IBM Plex Sans"/>
              </a:rPr>
              <a:t>r = (1023 − ADC) / ADC</a:t>
            </a:r>
            <a:endParaRPr/>
          </a:p>
        </p:txBody>
      </p:sp>
      <p:sp>
        <p:nvSpPr>
          <p:cNvPr id="573" name="Google Shape;573;p50"/>
          <p:cNvSpPr txBox="1"/>
          <p:nvPr/>
        </p:nvSpPr>
        <p:spPr>
          <a:xfrm>
            <a:off x="685800" y="3474720"/>
            <a:ext cx="1463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pc="0" sz="1200" u="none" cap="none" strike="noStrike">
                <a:solidFill>
                  <a:srgbClr val="F1F5F8"/>
                </a:solidFill>
                <a:latin typeface="IBM Plex Sans"/>
                <a:ea typeface="IBM Plex Sans"/>
                <a:cs typeface="IBM Plex Sans"/>
                <a:sym typeface="IBM Plex Sans"/>
              </a:rPr>
              <a:t>r = R(NTC) / R(fixed). Supply drift cancels.</a:t>
            </a:r>
            <a:endParaRPr/>
          </a:p>
        </p:txBody>
      </p:sp>
      <p:sp>
        <p:nvSpPr>
          <p:cNvPr id="574" name="Google Shape;574;p50"/>
          <p:cNvSpPr/>
          <p:nvPr/>
        </p:nvSpPr>
        <p:spPr>
          <a:xfrm>
            <a:off x="2368296" y="2756916"/>
            <a:ext cx="201168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263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50"/>
          <p:cNvSpPr/>
          <p:nvPr/>
        </p:nvSpPr>
        <p:spPr>
          <a:xfrm>
            <a:off x="2606039" y="1325880"/>
            <a:ext cx="1828800" cy="3063240"/>
          </a:xfrm>
          <a:prstGeom prst="roundRect">
            <a:avLst>
              <a:gd fmla="val 8000" name="adj"/>
            </a:avLst>
          </a:prstGeom>
          <a:solidFill>
            <a:srgbClr val="4907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50"/>
          <p:cNvSpPr/>
          <p:nvPr/>
        </p:nvSpPr>
        <p:spPr>
          <a:xfrm>
            <a:off x="2788920" y="1508760"/>
            <a:ext cx="384048" cy="384048"/>
          </a:xfrm>
          <a:prstGeom prst="ellipse">
            <a:avLst/>
          </a:prstGeom>
          <a:solidFill>
            <a:srgbClr val="F2631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pc="0" sz="1400" u="none" cap="none" strike="noStrike">
                <a:solidFill>
                  <a:srgbClr val="F1F5F8"/>
                </a:solidFill>
                <a:latin typeface="IBM Plex Sans"/>
                <a:ea typeface="IBM Plex Sans"/>
                <a:cs typeface="IBM Plex Sans"/>
                <a:sym typeface="IBM Plex Sans"/>
              </a:rPr>
              <a:t>2</a:t>
            </a:r>
            <a:endParaRPr/>
          </a:p>
        </p:txBody>
      </p:sp>
      <p:sp>
        <p:nvSpPr>
          <p:cNvPr id="577" name="Google Shape;577;p50"/>
          <p:cNvSpPr txBox="1"/>
          <p:nvPr/>
        </p:nvSpPr>
        <p:spPr>
          <a:xfrm>
            <a:off x="2788920" y="203911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pc="0" sz="1600" u="none" cap="none" strike="noStrike">
                <a:solidFill>
                  <a:srgbClr val="FFC490"/>
                </a:solidFill>
                <a:latin typeface="IBM Plex Sans"/>
                <a:ea typeface="IBM Plex Sans"/>
                <a:cs typeface="IBM Plex Sans"/>
                <a:sym typeface="IBM Plex Sans"/>
              </a:rPr>
              <a:t>Arrhenius</a:t>
            </a:r>
            <a:endParaRPr/>
          </a:p>
        </p:txBody>
      </p:sp>
      <p:sp>
        <p:nvSpPr>
          <p:cNvPr id="578" name="Google Shape;578;p50"/>
          <p:cNvSpPr txBox="1"/>
          <p:nvPr/>
        </p:nvSpPr>
        <p:spPr>
          <a:xfrm>
            <a:off x="2788920" y="2468880"/>
            <a:ext cx="1463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pc="0" sz="1600" u="none" cap="none" strike="noStrike">
                <a:solidFill>
                  <a:srgbClr val="F1F5F8"/>
                </a:solidFill>
                <a:latin typeface="IBM Plex Sans"/>
                <a:ea typeface="IBM Plex Sans"/>
                <a:cs typeface="IBM Plex Sans"/>
                <a:sym typeface="IBM Plex Sans"/>
              </a:rPr>
              <a:t>R ∝ exp(β / T)</a:t>
            </a:r>
            <a:endParaRPr/>
          </a:p>
        </p:txBody>
      </p:sp>
      <p:sp>
        <p:nvSpPr>
          <p:cNvPr id="579" name="Google Shape;579;p50"/>
          <p:cNvSpPr txBox="1"/>
          <p:nvPr/>
        </p:nvSpPr>
        <p:spPr>
          <a:xfrm>
            <a:off x="2788920" y="3474720"/>
            <a:ext cx="1463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pc="0" sz="1200" u="none" cap="none" strike="noStrike">
                <a:solidFill>
                  <a:srgbClr val="F1F5F8"/>
                </a:solidFill>
                <a:latin typeface="IBM Plex Sans"/>
                <a:ea typeface="IBM Plex Sans"/>
                <a:cs typeface="IBM Plex Sans"/>
                <a:sym typeface="IBM Plex Sans"/>
              </a:rPr>
              <a:t>Carriers jump the band gap: β = Eg / 2kB</a:t>
            </a:r>
            <a:endParaRPr/>
          </a:p>
        </p:txBody>
      </p:sp>
      <p:sp>
        <p:nvSpPr>
          <p:cNvPr id="580" name="Google Shape;580;p50"/>
          <p:cNvSpPr/>
          <p:nvPr/>
        </p:nvSpPr>
        <p:spPr>
          <a:xfrm>
            <a:off x="4471416" y="2756916"/>
            <a:ext cx="201168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263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50"/>
          <p:cNvSpPr/>
          <p:nvPr/>
        </p:nvSpPr>
        <p:spPr>
          <a:xfrm>
            <a:off x="4709159" y="1325880"/>
            <a:ext cx="1828800" cy="3063240"/>
          </a:xfrm>
          <a:prstGeom prst="roundRect">
            <a:avLst>
              <a:gd fmla="val 8000" name="adj"/>
            </a:avLst>
          </a:prstGeom>
          <a:solidFill>
            <a:srgbClr val="4907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50"/>
          <p:cNvSpPr/>
          <p:nvPr/>
        </p:nvSpPr>
        <p:spPr>
          <a:xfrm>
            <a:off x="4892040" y="1508760"/>
            <a:ext cx="384048" cy="384048"/>
          </a:xfrm>
          <a:prstGeom prst="ellipse">
            <a:avLst/>
          </a:prstGeom>
          <a:solidFill>
            <a:srgbClr val="F2631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pc="0" sz="1400" u="none" cap="none" strike="noStrike">
                <a:solidFill>
                  <a:srgbClr val="F1F5F8"/>
                </a:solidFill>
                <a:latin typeface="IBM Plex Sans"/>
                <a:ea typeface="IBM Plex Sans"/>
                <a:cs typeface="IBM Plex Sans"/>
                <a:sym typeface="IBM Plex Sans"/>
              </a:rPr>
              <a:t>3</a:t>
            </a:r>
            <a:endParaRPr/>
          </a:p>
        </p:txBody>
      </p:sp>
      <p:sp>
        <p:nvSpPr>
          <p:cNvPr id="583" name="Google Shape;583;p50"/>
          <p:cNvSpPr txBox="1"/>
          <p:nvPr/>
        </p:nvSpPr>
        <p:spPr>
          <a:xfrm>
            <a:off x="4892040" y="203911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pc="0" sz="1600" u="none" cap="none" strike="noStrike">
                <a:solidFill>
                  <a:srgbClr val="FFC490"/>
                </a:solidFill>
                <a:latin typeface="IBM Plex Sans"/>
                <a:ea typeface="IBM Plex Sans"/>
                <a:cs typeface="IBM Plex Sans"/>
                <a:sym typeface="IBM Plex Sans"/>
              </a:rPr>
              <a:t>Linear form</a:t>
            </a:r>
            <a:endParaRPr/>
          </a:p>
        </p:txBody>
      </p:sp>
      <p:sp>
        <p:nvSpPr>
          <p:cNvPr id="584" name="Google Shape;584;p50"/>
          <p:cNvSpPr txBox="1"/>
          <p:nvPr/>
        </p:nvSpPr>
        <p:spPr>
          <a:xfrm>
            <a:off x="4892040" y="2468880"/>
            <a:ext cx="1463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pc="0" sz="1600" u="none" cap="none" strike="noStrike">
                <a:solidFill>
                  <a:srgbClr val="F1F5F8"/>
                </a:solidFill>
                <a:latin typeface="IBM Plex Sans"/>
                <a:ea typeface="IBM Plex Sans"/>
                <a:cs typeface="IBM Plex Sans"/>
                <a:sym typeface="IBM Plex Sans"/>
              </a:rPr>
              <a:t>ln r = β · (1/T) + c</a:t>
            </a:r>
            <a:endParaRPr/>
          </a:p>
        </p:txBody>
      </p:sp>
      <p:sp>
        <p:nvSpPr>
          <p:cNvPr id="585" name="Google Shape;585;p50"/>
          <p:cNvSpPr txBox="1"/>
          <p:nvPr/>
        </p:nvSpPr>
        <p:spPr>
          <a:xfrm>
            <a:off x="4892040" y="3474720"/>
            <a:ext cx="1463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pc="0" sz="1200" u="none" cap="none" strike="noStrike">
                <a:solidFill>
                  <a:srgbClr val="F1F5F8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slope of ln r vs 1/T gives β</a:t>
            </a:r>
            <a:endParaRPr/>
          </a:p>
        </p:txBody>
      </p:sp>
      <p:sp>
        <p:nvSpPr>
          <p:cNvPr id="586" name="Google Shape;586;p50"/>
          <p:cNvSpPr/>
          <p:nvPr/>
        </p:nvSpPr>
        <p:spPr>
          <a:xfrm>
            <a:off x="6574536" y="2756916"/>
            <a:ext cx="201168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263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50"/>
          <p:cNvSpPr/>
          <p:nvPr/>
        </p:nvSpPr>
        <p:spPr>
          <a:xfrm>
            <a:off x="6812279" y="1325880"/>
            <a:ext cx="1828800" cy="3063240"/>
          </a:xfrm>
          <a:prstGeom prst="roundRect">
            <a:avLst>
              <a:gd fmla="val 8000" name="adj"/>
            </a:avLst>
          </a:prstGeom>
          <a:solidFill>
            <a:srgbClr val="4907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50"/>
          <p:cNvSpPr/>
          <p:nvPr/>
        </p:nvSpPr>
        <p:spPr>
          <a:xfrm>
            <a:off x="6995159" y="1508760"/>
            <a:ext cx="384048" cy="384048"/>
          </a:xfrm>
          <a:prstGeom prst="ellipse">
            <a:avLst/>
          </a:prstGeom>
          <a:solidFill>
            <a:srgbClr val="F2631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pc="0" sz="1400" u="none" cap="none" strike="noStrike">
                <a:solidFill>
                  <a:srgbClr val="F1F5F8"/>
                </a:solidFill>
                <a:latin typeface="IBM Plex Sans"/>
                <a:ea typeface="IBM Plex Sans"/>
                <a:cs typeface="IBM Plex Sans"/>
                <a:sym typeface="IBM Plex Sans"/>
              </a:rPr>
              <a:t>4</a:t>
            </a:r>
            <a:endParaRPr/>
          </a:p>
        </p:txBody>
      </p:sp>
      <p:sp>
        <p:nvSpPr>
          <p:cNvPr id="589" name="Google Shape;589;p50"/>
          <p:cNvSpPr txBox="1"/>
          <p:nvPr/>
        </p:nvSpPr>
        <p:spPr>
          <a:xfrm>
            <a:off x="6995159" y="203911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pc="0" sz="1600" u="none" cap="none" strike="noStrike">
                <a:solidFill>
                  <a:srgbClr val="FFC490"/>
                </a:solidFill>
                <a:latin typeface="IBM Plex Sans"/>
                <a:ea typeface="IBM Plex Sans"/>
                <a:cs typeface="IBM Plex Sans"/>
                <a:sym typeface="IBM Plex Sans"/>
              </a:rPr>
              <a:t>Runtime</a:t>
            </a:r>
            <a:endParaRPr/>
          </a:p>
        </p:txBody>
      </p:sp>
      <p:sp>
        <p:nvSpPr>
          <p:cNvPr id="590" name="Google Shape;590;p50"/>
          <p:cNvSpPr txBox="1"/>
          <p:nvPr/>
        </p:nvSpPr>
        <p:spPr>
          <a:xfrm>
            <a:off x="6995159" y="2468880"/>
            <a:ext cx="1463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pc="0" sz="1600" u="none" cap="none" strike="noStrike">
                <a:solidFill>
                  <a:srgbClr val="F1F5F8"/>
                </a:solidFill>
                <a:latin typeface="IBM Plex Sans"/>
                <a:ea typeface="IBM Plex Sans"/>
                <a:cs typeface="IBM Plex Sans"/>
                <a:sym typeface="IBM Plex Sans"/>
              </a:rPr>
              <a:t>T = 1 / (A ln r + B) − 273.15</a:t>
            </a:r>
            <a:endParaRPr/>
          </a:p>
        </p:txBody>
      </p:sp>
      <p:sp>
        <p:nvSpPr>
          <p:cNvPr id="591" name="Google Shape;591;p50"/>
          <p:cNvSpPr txBox="1"/>
          <p:nvPr/>
        </p:nvSpPr>
        <p:spPr>
          <a:xfrm>
            <a:off x="6995159" y="3474720"/>
            <a:ext cx="1463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pc="0" sz="1200" u="none" cap="none" strike="noStrike">
                <a:solidFill>
                  <a:srgbClr val="F1F5F8"/>
                </a:solidFill>
                <a:latin typeface="IBM Plex Sans"/>
                <a:ea typeface="IBM Plex Sans"/>
                <a:cs typeface="IBM Plex Sans"/>
                <a:sym typeface="IBM Plex Sans"/>
              </a:rPr>
              <a:t>A = 1/β; used on the Arduino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51"/>
          <p:cNvSpPr txBox="1"/>
          <p:nvPr>
            <p:ph type="title"/>
          </p:nvPr>
        </p:nvSpPr>
        <p:spPr>
          <a:xfrm>
            <a:off x="438912" y="566928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400"/>
              <a:t>β-model validation</a:t>
            </a:r>
            <a:endParaRPr/>
          </a:p>
        </p:txBody>
      </p:sp>
      <p:sp>
        <p:nvSpPr>
          <p:cNvPr id="597" name="Google Shape;597;p51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8" name="Google Shape;598;p51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8/10/2026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</p:txBody>
      </p:sp>
      <p:sp>
        <p:nvSpPr>
          <p:cNvPr id="599" name="Google Shape;599;p51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Calibrating Temperature Sensors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</p:txBody>
      </p:sp>
      <p:pic>
        <p:nvPicPr>
          <p:cNvPr descr="Arrhenius linear fit and beta-model accuracy" id="600" name="Google Shape;600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005840"/>
            <a:ext cx="7680960" cy="3162748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51"/>
          <p:cNvSpPr txBox="1"/>
          <p:nvPr/>
        </p:nvSpPr>
        <p:spPr>
          <a:xfrm>
            <a:off x="731520" y="425196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pc="0" sz="1400" u="none" cap="none" strike="noStrike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A straight line of ln r vs 1/T gives β = 3965.3 K with R² = 0.9993 and RMSE 0.60 °C, from only two parameters.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52"/>
          <p:cNvSpPr txBox="1"/>
          <p:nvPr>
            <p:ph type="title"/>
          </p:nvPr>
        </p:nvSpPr>
        <p:spPr>
          <a:xfrm>
            <a:off x="438912" y="566928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400"/>
              <a:t>Hysteresis?</a:t>
            </a:r>
            <a:endParaRPr/>
          </a:p>
        </p:txBody>
      </p:sp>
      <p:sp>
        <p:nvSpPr>
          <p:cNvPr id="607" name="Google Shape;607;p52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8" name="Google Shape;608;p52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8/10/2026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</p:txBody>
      </p:sp>
      <p:sp>
        <p:nvSpPr>
          <p:cNvPr id="609" name="Google Shape;609;p52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Calibrating Temperature Sensors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</p:txBody>
      </p:sp>
      <p:sp>
        <p:nvSpPr>
          <p:cNvPr id="610" name="Google Shape;610;p52"/>
          <p:cNvSpPr txBox="1"/>
          <p:nvPr/>
        </p:nvSpPr>
        <p:spPr>
          <a:xfrm>
            <a:off x="438912" y="118872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pc="0" sz="2800" u="none" cap="none" strike="noStrike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1.16 °C</a:t>
            </a:r>
            <a:endParaRPr/>
          </a:p>
        </p:txBody>
      </p:sp>
      <p:sp>
        <p:nvSpPr>
          <p:cNvPr id="611" name="Google Shape;611;p52"/>
          <p:cNvSpPr txBox="1"/>
          <p:nvPr/>
        </p:nvSpPr>
        <p:spPr>
          <a:xfrm>
            <a:off x="438912" y="164592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pc="0" sz="1200" u="none" cap="none" strike="noStrike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Largest heating vs cooling gap (mean 0.61 °C)</a:t>
            </a:r>
            <a:endParaRPr/>
          </a:p>
        </p:txBody>
      </p:sp>
      <p:sp>
        <p:nvSpPr>
          <p:cNvPr id="612" name="Google Shape;612;p52"/>
          <p:cNvSpPr txBox="1"/>
          <p:nvPr/>
        </p:nvSpPr>
        <p:spPr>
          <a:xfrm>
            <a:off x="438912" y="2286000"/>
            <a:ext cx="31089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pc="0" sz="1400" u="none" cap="none" strike="noStrike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Likely causes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pc="0" sz="1400" u="none" cap="none" strike="noStrike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Thermal lag between the probes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pc="0" sz="1400" u="none" cap="none" strike="noStrike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Subtracting two cubics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pc="0" sz="1400" u="none" cap="none" strike="noStrike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Bath temperature gradients</a:t>
            </a:r>
            <a:endParaRPr/>
          </a:p>
        </p:txBody>
      </p:sp>
      <p:sp>
        <p:nvSpPr>
          <p:cNvPr id="613" name="Google Shape;613;p52"/>
          <p:cNvSpPr txBox="1"/>
          <p:nvPr/>
        </p:nvSpPr>
        <p:spPr>
          <a:xfrm>
            <a:off x="438912" y="3931920"/>
            <a:ext cx="3108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pc="0" sz="1400" u="none" cap="none" strike="noStrike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gap is below the reference uncertainty, so we do not claim real hysteresis.</a:t>
            </a:r>
            <a:endParaRPr/>
          </a:p>
        </p:txBody>
      </p:sp>
      <p:pic>
        <p:nvPicPr>
          <p:cNvPr descr="Heating vs cooling cubic fits and their difference" id="614" name="Google Shape;61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49039" y="777240"/>
            <a:ext cx="4984636" cy="39776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53"/>
          <p:cNvSpPr txBox="1"/>
          <p:nvPr>
            <p:ph type="title"/>
          </p:nvPr>
        </p:nvSpPr>
        <p:spPr>
          <a:xfrm>
            <a:off x="438912" y="5669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400"/>
              <a:t>Sensitivity</a:t>
            </a:r>
            <a:endParaRPr/>
          </a:p>
        </p:txBody>
      </p:sp>
      <p:sp>
        <p:nvSpPr>
          <p:cNvPr id="620" name="Google Shape;620;p53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1" name="Google Shape;621;p53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8/10/2026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</p:txBody>
      </p:sp>
      <p:sp>
        <p:nvSpPr>
          <p:cNvPr id="622" name="Google Shape;622;p53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Calibrating Temperature Sensors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</p:txBody>
      </p:sp>
      <p:sp>
        <p:nvSpPr>
          <p:cNvPr id="623" name="Google Shape;623;p53"/>
          <p:cNvSpPr txBox="1"/>
          <p:nvPr/>
        </p:nvSpPr>
        <p:spPr>
          <a:xfrm>
            <a:off x="438912" y="105156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pc="0" sz="1400" u="none" cap="none" strike="noStrike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dT/dADC in °C per count. Smaller means finer resolution.</a:t>
            </a:r>
            <a:endParaRPr/>
          </a:p>
        </p:txBody>
      </p:sp>
      <p:sp>
        <p:nvSpPr>
          <p:cNvPr id="624" name="Google Shape;624;p53"/>
          <p:cNvSpPr txBox="1"/>
          <p:nvPr/>
        </p:nvSpPr>
        <p:spPr>
          <a:xfrm>
            <a:off x="438912" y="1874519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pc="0" sz="2800" u="none" cap="none" strike="noStrike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≈ 0.10 °C</a:t>
            </a:r>
            <a:endParaRPr/>
          </a:p>
        </p:txBody>
      </p:sp>
      <p:sp>
        <p:nvSpPr>
          <p:cNvPr id="625" name="Google Shape;625;p53"/>
          <p:cNvSpPr txBox="1"/>
          <p:nvPr/>
        </p:nvSpPr>
        <p:spPr>
          <a:xfrm>
            <a:off x="438912" y="233172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pc="0" sz="1200" u="none" cap="none" strike="noStrike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Per count near mid-range (ADC ≈ 440)</a:t>
            </a:r>
            <a:endParaRPr/>
          </a:p>
        </p:txBody>
      </p:sp>
      <p:sp>
        <p:nvSpPr>
          <p:cNvPr id="626" name="Google Shape;626;p53"/>
          <p:cNvSpPr txBox="1"/>
          <p:nvPr/>
        </p:nvSpPr>
        <p:spPr>
          <a:xfrm>
            <a:off x="438912" y="28803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pc="0" sz="2800" u="none" cap="none" strike="noStrike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0.17–0.25 °C</a:t>
            </a:r>
            <a:endParaRPr/>
          </a:p>
        </p:txBody>
      </p:sp>
      <p:sp>
        <p:nvSpPr>
          <p:cNvPr id="627" name="Google Shape;627;p53"/>
          <p:cNvSpPr txBox="1"/>
          <p:nvPr/>
        </p:nvSpPr>
        <p:spPr>
          <a:xfrm>
            <a:off x="438912" y="333756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pc="0" sz="1200" u="none" cap="none" strike="noStrike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Per count at the ends of the range</a:t>
            </a:r>
            <a:endParaRPr/>
          </a:p>
        </p:txBody>
      </p:sp>
      <p:sp>
        <p:nvSpPr>
          <p:cNvPr id="628" name="Google Shape;628;p53"/>
          <p:cNvSpPr txBox="1"/>
          <p:nvPr/>
        </p:nvSpPr>
        <p:spPr>
          <a:xfrm>
            <a:off x="438912" y="3931920"/>
            <a:ext cx="2743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pc="0" sz="1400" u="none" cap="none" strike="noStrike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Both models agree: best in the middle, coarser at both ends.</a:t>
            </a:r>
            <a:endParaRPr/>
          </a:p>
        </p:txBody>
      </p:sp>
      <p:pic>
        <p:nvPicPr>
          <p:cNvPr descr="Sensitivity dT/dADC versus ADC for the cubic and beta models" id="629" name="Google Shape;629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3280" y="822960"/>
            <a:ext cx="5343277" cy="3840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54"/>
          <p:cNvSpPr txBox="1"/>
          <p:nvPr>
            <p:ph type="title"/>
          </p:nvPr>
        </p:nvSpPr>
        <p:spPr>
          <a:xfrm>
            <a:off x="438912" y="566928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400"/>
              <a:t>Response time: the step test</a:t>
            </a:r>
            <a:endParaRPr/>
          </a:p>
        </p:txBody>
      </p:sp>
      <p:sp>
        <p:nvSpPr>
          <p:cNvPr id="635" name="Google Shape;635;p54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6" name="Google Shape;636;p54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8/10/2026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</p:txBody>
      </p:sp>
      <p:sp>
        <p:nvSpPr>
          <p:cNvPr id="637" name="Google Shape;637;p54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Calibrating Temperature Sensors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</p:txBody>
      </p:sp>
      <p:pic>
        <p:nvPicPr>
          <p:cNvPr descr="Thermistor ADC against time during the step test" id="638" name="Google Shape;638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005840"/>
            <a:ext cx="7863840" cy="2907638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54"/>
          <p:cNvSpPr/>
          <p:nvPr/>
        </p:nvSpPr>
        <p:spPr>
          <a:xfrm>
            <a:off x="502920" y="4069080"/>
            <a:ext cx="2560320" cy="731520"/>
          </a:xfrm>
          <a:prstGeom prst="roundRect">
            <a:avLst>
              <a:gd fmla="val 8000" name="adj"/>
            </a:avLst>
          </a:prstGeom>
          <a:solidFill>
            <a:srgbClr val="4907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54"/>
          <p:cNvSpPr txBox="1"/>
          <p:nvPr/>
        </p:nvSpPr>
        <p:spPr>
          <a:xfrm>
            <a:off x="640080" y="406908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pc="0" sz="1400" u="none" cap="none" strike="noStrike">
                <a:solidFill>
                  <a:srgbClr val="F1F5F8"/>
                </a:solidFill>
                <a:latin typeface="IBM Plex Sans"/>
                <a:ea typeface="IBM Plex Sans"/>
                <a:cs typeface="IBM Plex Sans"/>
                <a:sym typeface="IBM Plex Sans"/>
              </a:rPr>
              <a:t>NTC moved between room-temperature water and an ice bath</a:t>
            </a:r>
            <a:endParaRPr/>
          </a:p>
        </p:txBody>
      </p:sp>
      <p:sp>
        <p:nvSpPr>
          <p:cNvPr id="641" name="Google Shape;641;p54"/>
          <p:cNvSpPr/>
          <p:nvPr/>
        </p:nvSpPr>
        <p:spPr>
          <a:xfrm>
            <a:off x="3291839" y="4069080"/>
            <a:ext cx="2560320" cy="731520"/>
          </a:xfrm>
          <a:prstGeom prst="roundRect">
            <a:avLst>
              <a:gd fmla="val 8000" name="adj"/>
            </a:avLst>
          </a:prstGeom>
          <a:solidFill>
            <a:srgbClr val="4907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54"/>
          <p:cNvSpPr txBox="1"/>
          <p:nvPr/>
        </p:nvSpPr>
        <p:spPr>
          <a:xfrm>
            <a:off x="3428999" y="406908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pc="0" sz="1400" u="none" cap="none" strike="noStrike">
                <a:solidFill>
                  <a:srgbClr val="F1F5F8"/>
                </a:solidFill>
                <a:latin typeface="IBM Plex Sans"/>
                <a:ea typeface="IBM Plex Sans"/>
                <a:cs typeface="IBM Plex Sans"/>
                <a:sym typeface="IBM Plex Sans"/>
              </a:rPr>
              <a:t>3 clean periods kept; 1 spike removed</a:t>
            </a:r>
            <a:endParaRPr/>
          </a:p>
        </p:txBody>
      </p:sp>
      <p:sp>
        <p:nvSpPr>
          <p:cNvPr id="643" name="Google Shape;643;p54"/>
          <p:cNvSpPr/>
          <p:nvPr/>
        </p:nvSpPr>
        <p:spPr>
          <a:xfrm>
            <a:off x="6080759" y="4069080"/>
            <a:ext cx="2560320" cy="731520"/>
          </a:xfrm>
          <a:prstGeom prst="roundRect">
            <a:avLst>
              <a:gd fmla="val 8000" name="adj"/>
            </a:avLst>
          </a:prstGeom>
          <a:solidFill>
            <a:srgbClr val="4907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54"/>
          <p:cNvSpPr txBox="1"/>
          <p:nvPr/>
        </p:nvSpPr>
        <p:spPr>
          <a:xfrm>
            <a:off x="6217920" y="406908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pc="0" sz="1400" u="none" cap="none" strike="noStrike">
                <a:solidFill>
                  <a:srgbClr val="F1F5F8"/>
                </a:solidFill>
                <a:latin typeface="IBM Plex Sans"/>
                <a:ea typeface="IBM Plex Sans"/>
                <a:cs typeface="IBM Plex Sans"/>
                <a:sym typeface="IBM Plex Sans"/>
              </a:rPr>
              <a:t>Each step fitted with a delayed first-order model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55"/>
          <p:cNvSpPr txBox="1"/>
          <p:nvPr>
            <p:ph type="title"/>
          </p:nvPr>
        </p:nvSpPr>
        <p:spPr>
          <a:xfrm>
            <a:off x="438912" y="566928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400"/>
              <a:t>Response time: τ from the fit</a:t>
            </a:r>
            <a:endParaRPr/>
          </a:p>
        </p:txBody>
      </p:sp>
      <p:sp>
        <p:nvSpPr>
          <p:cNvPr id="650" name="Google Shape;650;p55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1" name="Google Shape;651;p55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8/10/2026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</p:txBody>
      </p:sp>
      <p:sp>
        <p:nvSpPr>
          <p:cNvPr id="652" name="Google Shape;652;p55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Calibrating Temperature Sensors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</p:txBody>
      </p:sp>
      <p:pic>
        <p:nvPicPr>
          <p:cNvPr descr="Pooled first-order fit for heating and cooling steps" id="653" name="Google Shape;653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0160" y="960120"/>
            <a:ext cx="6583680" cy="2721992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5"/>
          <p:cNvSpPr txBox="1"/>
          <p:nvPr/>
        </p:nvSpPr>
        <p:spPr>
          <a:xfrm>
            <a:off x="1280160" y="3730752"/>
            <a:ext cx="6583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pc="0" sz="1200" u="none" cap="none" strike="noStrike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Pooled fit of 3 periods, cubic calibration (β-model: τ = 3.3 s and 8.6 s).</a:t>
            </a:r>
            <a:endParaRPr/>
          </a:p>
        </p:txBody>
      </p:sp>
      <p:sp>
        <p:nvSpPr>
          <p:cNvPr id="655" name="Google Shape;655;p55"/>
          <p:cNvSpPr/>
          <p:nvPr/>
        </p:nvSpPr>
        <p:spPr>
          <a:xfrm>
            <a:off x="548640" y="4114800"/>
            <a:ext cx="1874519" cy="822960"/>
          </a:xfrm>
          <a:prstGeom prst="roundRect">
            <a:avLst>
              <a:gd fmla="val 8000" name="adj"/>
            </a:avLst>
          </a:prstGeom>
          <a:solidFill>
            <a:srgbClr val="4907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55"/>
          <p:cNvSpPr txBox="1"/>
          <p:nvPr/>
        </p:nvSpPr>
        <p:spPr>
          <a:xfrm>
            <a:off x="658368" y="4169663"/>
            <a:ext cx="1655063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pc="0" sz="1800" u="none" cap="none" strike="noStrike">
                <a:solidFill>
                  <a:srgbClr val="FFC490"/>
                </a:solidFill>
                <a:latin typeface="IBM Plex Sans"/>
                <a:ea typeface="IBM Plex Sans"/>
                <a:cs typeface="IBM Plex Sans"/>
                <a:sym typeface="IBM Plex Sans"/>
              </a:rPr>
              <a:t>3.5 s</a:t>
            </a:r>
            <a:endParaRPr/>
          </a:p>
        </p:txBody>
      </p:sp>
      <p:sp>
        <p:nvSpPr>
          <p:cNvPr id="657" name="Google Shape;657;p55"/>
          <p:cNvSpPr txBox="1"/>
          <p:nvPr/>
        </p:nvSpPr>
        <p:spPr>
          <a:xfrm>
            <a:off x="658368" y="4535424"/>
            <a:ext cx="1655063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pc="0" sz="1200" u="none" cap="none" strike="noStrike">
                <a:solidFill>
                  <a:srgbClr val="F1F5F8"/>
                </a:solidFill>
                <a:latin typeface="IBM Plex Sans"/>
                <a:ea typeface="IBM Plex Sans"/>
                <a:cs typeface="IBM Plex Sans"/>
                <a:sym typeface="IBM Plex Sans"/>
              </a:rPr>
              <a:t>τ heating, ±0.3 s</a:t>
            </a:r>
            <a:endParaRPr/>
          </a:p>
        </p:txBody>
      </p:sp>
      <p:sp>
        <p:nvSpPr>
          <p:cNvPr id="658" name="Google Shape;658;p55"/>
          <p:cNvSpPr/>
          <p:nvPr/>
        </p:nvSpPr>
        <p:spPr>
          <a:xfrm>
            <a:off x="2606040" y="4114800"/>
            <a:ext cx="1874519" cy="822960"/>
          </a:xfrm>
          <a:prstGeom prst="roundRect">
            <a:avLst>
              <a:gd fmla="val 8000" name="adj"/>
            </a:avLst>
          </a:prstGeom>
          <a:solidFill>
            <a:srgbClr val="4907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55"/>
          <p:cNvSpPr txBox="1"/>
          <p:nvPr/>
        </p:nvSpPr>
        <p:spPr>
          <a:xfrm>
            <a:off x="2715768" y="4169663"/>
            <a:ext cx="1655063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pc="0" sz="1800" u="none" cap="none" strike="noStrike">
                <a:solidFill>
                  <a:srgbClr val="FFC490"/>
                </a:solidFill>
                <a:latin typeface="IBM Plex Sans"/>
                <a:ea typeface="IBM Plex Sans"/>
                <a:cs typeface="IBM Plex Sans"/>
                <a:sym typeface="IBM Plex Sans"/>
              </a:rPr>
              <a:t>7.7 s</a:t>
            </a:r>
            <a:endParaRPr/>
          </a:p>
        </p:txBody>
      </p:sp>
      <p:sp>
        <p:nvSpPr>
          <p:cNvPr id="660" name="Google Shape;660;p55"/>
          <p:cNvSpPr txBox="1"/>
          <p:nvPr/>
        </p:nvSpPr>
        <p:spPr>
          <a:xfrm>
            <a:off x="2715768" y="4535424"/>
            <a:ext cx="1655063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pc="0" sz="1200" u="none" cap="none" strike="noStrike">
                <a:solidFill>
                  <a:srgbClr val="F1F5F8"/>
                </a:solidFill>
                <a:latin typeface="IBM Plex Sans"/>
                <a:ea typeface="IBM Plex Sans"/>
                <a:cs typeface="IBM Plex Sans"/>
                <a:sym typeface="IBM Plex Sans"/>
              </a:rPr>
              <a:t>τ cooling, ±2.2 s</a:t>
            </a:r>
            <a:endParaRPr/>
          </a:p>
        </p:txBody>
      </p:sp>
      <p:sp>
        <p:nvSpPr>
          <p:cNvPr id="661" name="Google Shape;661;p55"/>
          <p:cNvSpPr/>
          <p:nvPr/>
        </p:nvSpPr>
        <p:spPr>
          <a:xfrm>
            <a:off x="4663440" y="4114800"/>
            <a:ext cx="1874519" cy="822960"/>
          </a:xfrm>
          <a:prstGeom prst="roundRect">
            <a:avLst>
              <a:gd fmla="val 8000" name="adj"/>
            </a:avLst>
          </a:prstGeom>
          <a:solidFill>
            <a:srgbClr val="4907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55"/>
          <p:cNvSpPr txBox="1"/>
          <p:nvPr/>
        </p:nvSpPr>
        <p:spPr>
          <a:xfrm>
            <a:off x="4773168" y="4169663"/>
            <a:ext cx="1655063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pc="0" sz="1800" u="none" cap="none" strike="noStrike">
                <a:solidFill>
                  <a:srgbClr val="FFC490"/>
                </a:solidFill>
                <a:latin typeface="IBM Plex Sans"/>
                <a:ea typeface="IBM Plex Sans"/>
                <a:cs typeface="IBM Plex Sans"/>
                <a:sym typeface="IBM Plex Sans"/>
              </a:rPr>
              <a:t>7.8 | 16.8 s</a:t>
            </a:r>
            <a:endParaRPr/>
          </a:p>
        </p:txBody>
      </p:sp>
      <p:sp>
        <p:nvSpPr>
          <p:cNvPr id="663" name="Google Shape;663;p55"/>
          <p:cNvSpPr txBox="1"/>
          <p:nvPr/>
        </p:nvSpPr>
        <p:spPr>
          <a:xfrm>
            <a:off x="4773168" y="4535424"/>
            <a:ext cx="1655063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pc="0" sz="1200" u="none" cap="none" strike="noStrike">
                <a:solidFill>
                  <a:srgbClr val="F1F5F8"/>
                </a:solidFill>
                <a:latin typeface="IBM Plex Sans"/>
                <a:ea typeface="IBM Plex Sans"/>
                <a:cs typeface="IBM Plex Sans"/>
                <a:sym typeface="IBM Plex Sans"/>
              </a:rPr>
              <a:t>10–90 % time, heating | cooling</a:t>
            </a:r>
            <a:endParaRPr/>
          </a:p>
        </p:txBody>
      </p:sp>
      <p:sp>
        <p:nvSpPr>
          <p:cNvPr id="664" name="Google Shape;664;p55"/>
          <p:cNvSpPr/>
          <p:nvPr/>
        </p:nvSpPr>
        <p:spPr>
          <a:xfrm>
            <a:off x="6720840" y="4114800"/>
            <a:ext cx="1874519" cy="822960"/>
          </a:xfrm>
          <a:prstGeom prst="roundRect">
            <a:avLst>
              <a:gd fmla="val 8000" name="adj"/>
            </a:avLst>
          </a:prstGeom>
          <a:solidFill>
            <a:srgbClr val="4907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55"/>
          <p:cNvSpPr txBox="1"/>
          <p:nvPr/>
        </p:nvSpPr>
        <p:spPr>
          <a:xfrm>
            <a:off x="6830568" y="4169663"/>
            <a:ext cx="1655063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pc="0" sz="1800" u="none" cap="none" strike="noStrike">
                <a:solidFill>
                  <a:srgbClr val="FFC490"/>
                </a:solidFill>
                <a:latin typeface="IBM Plex Sans"/>
                <a:ea typeface="IBM Plex Sans"/>
                <a:cs typeface="IBM Plex Sans"/>
                <a:sym typeface="IBM Plex Sans"/>
              </a:rPr>
              <a:t>0.47 | 0.92 °C</a:t>
            </a:r>
            <a:endParaRPr/>
          </a:p>
        </p:txBody>
      </p:sp>
      <p:sp>
        <p:nvSpPr>
          <p:cNvPr id="666" name="Google Shape;666;p55"/>
          <p:cNvSpPr txBox="1"/>
          <p:nvPr/>
        </p:nvSpPr>
        <p:spPr>
          <a:xfrm>
            <a:off x="6830568" y="4535424"/>
            <a:ext cx="1655063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pc="0" sz="1200" u="none" cap="none" strike="noStrike">
                <a:solidFill>
                  <a:srgbClr val="F1F5F8"/>
                </a:solidFill>
                <a:latin typeface="IBM Plex Sans"/>
                <a:ea typeface="IBM Plex Sans"/>
                <a:cs typeface="IBM Plex Sans"/>
                <a:sym typeface="IBM Plex Sans"/>
              </a:rPr>
              <a:t>Fit RMSE, heating | cooling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1" name="Google Shape;671;p56"/>
          <p:cNvGrpSpPr/>
          <p:nvPr/>
        </p:nvGrpSpPr>
        <p:grpSpPr>
          <a:xfrm>
            <a:off x="4970338" y="851918"/>
            <a:ext cx="644025" cy="121200"/>
            <a:chOff x="5238750" y="1016375"/>
            <a:chExt cx="644025" cy="121200"/>
          </a:xfrm>
        </p:grpSpPr>
        <p:cxnSp>
          <p:nvCxnSpPr>
            <p:cNvPr id="672" name="Google Shape;672;p56"/>
            <p:cNvCxnSpPr/>
            <p:nvPr/>
          </p:nvCxnSpPr>
          <p:spPr>
            <a:xfrm>
              <a:off x="5238750" y="1076325"/>
              <a:ext cx="6402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3" name="Google Shape;673;p56"/>
            <p:cNvCxnSpPr/>
            <p:nvPr/>
          </p:nvCxnSpPr>
          <p:spPr>
            <a:xfrm rot="10800000">
              <a:off x="5822175" y="10163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4" name="Google Shape;674;p56"/>
            <p:cNvCxnSpPr/>
            <p:nvPr/>
          </p:nvCxnSpPr>
          <p:spPr>
            <a:xfrm flipH="1">
              <a:off x="5822175" y="10769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75" name="Google Shape;675;p56"/>
          <p:cNvGrpSpPr/>
          <p:nvPr/>
        </p:nvGrpSpPr>
        <p:grpSpPr>
          <a:xfrm>
            <a:off x="4970338" y="1872218"/>
            <a:ext cx="644025" cy="121200"/>
            <a:chOff x="5238750" y="1016375"/>
            <a:chExt cx="644025" cy="121200"/>
          </a:xfrm>
        </p:grpSpPr>
        <p:cxnSp>
          <p:nvCxnSpPr>
            <p:cNvPr id="676" name="Google Shape;676;p56"/>
            <p:cNvCxnSpPr/>
            <p:nvPr/>
          </p:nvCxnSpPr>
          <p:spPr>
            <a:xfrm>
              <a:off x="5238750" y="1076325"/>
              <a:ext cx="6402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7" name="Google Shape;677;p56"/>
            <p:cNvCxnSpPr/>
            <p:nvPr/>
          </p:nvCxnSpPr>
          <p:spPr>
            <a:xfrm rot="10800000">
              <a:off x="5822175" y="10163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8" name="Google Shape;678;p56"/>
            <p:cNvCxnSpPr/>
            <p:nvPr/>
          </p:nvCxnSpPr>
          <p:spPr>
            <a:xfrm flipH="1">
              <a:off x="5822175" y="10769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79" name="Google Shape;679;p56"/>
          <p:cNvGrpSpPr/>
          <p:nvPr/>
        </p:nvGrpSpPr>
        <p:grpSpPr>
          <a:xfrm>
            <a:off x="4970338" y="2892518"/>
            <a:ext cx="644025" cy="121200"/>
            <a:chOff x="5238750" y="1016375"/>
            <a:chExt cx="644025" cy="121200"/>
          </a:xfrm>
        </p:grpSpPr>
        <p:cxnSp>
          <p:nvCxnSpPr>
            <p:cNvPr id="680" name="Google Shape;680;p56"/>
            <p:cNvCxnSpPr/>
            <p:nvPr/>
          </p:nvCxnSpPr>
          <p:spPr>
            <a:xfrm>
              <a:off x="5238750" y="1076325"/>
              <a:ext cx="6402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1" name="Google Shape;681;p56"/>
            <p:cNvCxnSpPr/>
            <p:nvPr/>
          </p:nvCxnSpPr>
          <p:spPr>
            <a:xfrm rot="10800000">
              <a:off x="5822175" y="10163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2" name="Google Shape;682;p56"/>
            <p:cNvCxnSpPr/>
            <p:nvPr/>
          </p:nvCxnSpPr>
          <p:spPr>
            <a:xfrm flipH="1">
              <a:off x="5822175" y="10769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83" name="Google Shape;683;p56"/>
          <p:cNvGrpSpPr/>
          <p:nvPr/>
        </p:nvGrpSpPr>
        <p:grpSpPr>
          <a:xfrm>
            <a:off x="4970338" y="3912818"/>
            <a:ext cx="644025" cy="121200"/>
            <a:chOff x="5238750" y="1016375"/>
            <a:chExt cx="644025" cy="121200"/>
          </a:xfrm>
        </p:grpSpPr>
        <p:cxnSp>
          <p:nvCxnSpPr>
            <p:cNvPr id="684" name="Google Shape;684;p56"/>
            <p:cNvCxnSpPr/>
            <p:nvPr/>
          </p:nvCxnSpPr>
          <p:spPr>
            <a:xfrm>
              <a:off x="5238750" y="1076325"/>
              <a:ext cx="6402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5" name="Google Shape;685;p56"/>
            <p:cNvCxnSpPr/>
            <p:nvPr/>
          </p:nvCxnSpPr>
          <p:spPr>
            <a:xfrm rot="10800000">
              <a:off x="5822175" y="10163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6" name="Google Shape;686;p56"/>
            <p:cNvCxnSpPr/>
            <p:nvPr/>
          </p:nvCxnSpPr>
          <p:spPr>
            <a:xfrm flipH="1">
              <a:off x="5822175" y="10769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87" name="Google Shape;687;p56"/>
          <p:cNvSpPr txBox="1"/>
          <p:nvPr>
            <p:ph idx="1" type="subTitle"/>
          </p:nvPr>
        </p:nvSpPr>
        <p:spPr>
          <a:xfrm>
            <a:off x="436725" y="814800"/>
            <a:ext cx="23019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Uncertainty</a:t>
            </a:r>
            <a:endParaRPr/>
          </a:p>
        </p:txBody>
      </p:sp>
      <p:sp>
        <p:nvSpPr>
          <p:cNvPr id="688" name="Google Shape;688;p56"/>
          <p:cNvSpPr txBox="1"/>
          <p:nvPr>
            <p:ph type="title"/>
          </p:nvPr>
        </p:nvSpPr>
        <p:spPr>
          <a:xfrm>
            <a:off x="436725" y="1231825"/>
            <a:ext cx="2301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Error Analysis</a:t>
            </a:r>
            <a:endParaRPr/>
          </a:p>
        </p:txBody>
      </p:sp>
      <p:sp>
        <p:nvSpPr>
          <p:cNvPr id="689" name="Google Shape;689;p56"/>
          <p:cNvSpPr txBox="1"/>
          <p:nvPr>
            <p:ph idx="2" type="subTitle"/>
          </p:nvPr>
        </p:nvSpPr>
        <p:spPr>
          <a:xfrm>
            <a:off x="3687450" y="814800"/>
            <a:ext cx="9492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1200"/>
              <a:t>Reference</a:t>
            </a:r>
            <a:endParaRPr/>
          </a:p>
        </p:txBody>
      </p:sp>
      <p:sp>
        <p:nvSpPr>
          <p:cNvPr id="690" name="Google Shape;690;p56"/>
          <p:cNvSpPr txBox="1"/>
          <p:nvPr>
            <p:ph idx="3" type="subTitle"/>
          </p:nvPr>
        </p:nvSpPr>
        <p:spPr>
          <a:xfrm>
            <a:off x="5948075" y="814800"/>
            <a:ext cx="26910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/>
              <a:t>DS18B20 is ±0.5 °C. We assume about ±1 °C in practice, so smaller errors cannot be proven.</a:t>
            </a:r>
            <a:endParaRPr sz="1200"/>
          </a:p>
        </p:txBody>
      </p:sp>
      <p:sp>
        <p:nvSpPr>
          <p:cNvPr id="691" name="Google Shape;691;p56"/>
          <p:cNvSpPr txBox="1"/>
          <p:nvPr>
            <p:ph idx="4" type="subTitle"/>
          </p:nvPr>
        </p:nvSpPr>
        <p:spPr>
          <a:xfrm>
            <a:off x="3687450" y="1835100"/>
            <a:ext cx="9492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1200"/>
              <a:t>ADC steps</a:t>
            </a:r>
            <a:endParaRPr/>
          </a:p>
        </p:txBody>
      </p:sp>
      <p:sp>
        <p:nvSpPr>
          <p:cNvPr id="692" name="Google Shape;692;p56"/>
          <p:cNvSpPr txBox="1"/>
          <p:nvPr>
            <p:ph idx="5" type="subTitle"/>
          </p:nvPr>
        </p:nvSpPr>
        <p:spPr>
          <a:xfrm>
            <a:off x="5948075" y="1835100"/>
            <a:ext cx="26910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/>
              <a:t>10-bit ADC: each count is 0.10 to 0.25 °C, coarsest at both ends of the range.</a:t>
            </a:r>
            <a:endParaRPr sz="1200"/>
          </a:p>
        </p:txBody>
      </p:sp>
      <p:sp>
        <p:nvSpPr>
          <p:cNvPr id="693" name="Google Shape;693;p56"/>
          <p:cNvSpPr txBox="1"/>
          <p:nvPr>
            <p:ph idx="6" type="subTitle"/>
          </p:nvPr>
        </p:nvSpPr>
        <p:spPr>
          <a:xfrm>
            <a:off x="3687450" y="2855400"/>
            <a:ext cx="9492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1200"/>
              <a:t>Fit</a:t>
            </a:r>
            <a:endParaRPr/>
          </a:p>
        </p:txBody>
      </p:sp>
      <p:sp>
        <p:nvSpPr>
          <p:cNvPr id="694" name="Google Shape;694;p56"/>
          <p:cNvSpPr txBox="1"/>
          <p:nvPr>
            <p:ph idx="7" type="subTitle"/>
          </p:nvPr>
        </p:nvSpPr>
        <p:spPr>
          <a:xfrm>
            <a:off x="5948075" y="2855400"/>
            <a:ext cx="26910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/>
              <a:t>RMSE 0.54 °C (cubic), 0.60 °C (β-model). Residuals are correlated, so standard errors are optimistic.</a:t>
            </a:r>
            <a:endParaRPr sz="1200"/>
          </a:p>
        </p:txBody>
      </p:sp>
      <p:sp>
        <p:nvSpPr>
          <p:cNvPr id="695" name="Google Shape;695;p56"/>
          <p:cNvSpPr txBox="1"/>
          <p:nvPr>
            <p:ph idx="8" type="subTitle"/>
          </p:nvPr>
        </p:nvSpPr>
        <p:spPr>
          <a:xfrm>
            <a:off x="3687450" y="3875700"/>
            <a:ext cx="9492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1200"/>
              <a:t>Process</a:t>
            </a:r>
            <a:endParaRPr/>
          </a:p>
        </p:txBody>
      </p:sp>
      <p:sp>
        <p:nvSpPr>
          <p:cNvPr id="696" name="Google Shape;696;p56"/>
          <p:cNvSpPr txBox="1"/>
          <p:nvPr>
            <p:ph idx="9" type="subTitle"/>
          </p:nvPr>
        </p:nvSpPr>
        <p:spPr>
          <a:xfrm>
            <a:off x="5948075" y="3875700"/>
            <a:ext cx="26910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/>
              <a:t>Thermal lag and bath gradients. Self-heating was not quantified. Only 3 usable runs, 0–98 °C.</a:t>
            </a:r>
            <a:endParaRPr sz="1200"/>
          </a:p>
        </p:txBody>
      </p:sp>
      <p:sp>
        <p:nvSpPr>
          <p:cNvPr id="697" name="Google Shape;697;p56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8" name="Google Shape;698;p56"/>
          <p:cNvSpPr txBox="1"/>
          <p:nvPr>
            <p:ph idx="13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8/10/2026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</p:txBody>
      </p:sp>
      <p:sp>
        <p:nvSpPr>
          <p:cNvPr id="699" name="Google Shape;699;p56"/>
          <p:cNvSpPr txBox="1"/>
          <p:nvPr>
            <p:ph idx="14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Calibrating Temperature Sensors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</p:txBody>
      </p:sp>
      <p:sp>
        <p:nvSpPr>
          <p:cNvPr id="700" name="Google Shape;700;p56"/>
          <p:cNvSpPr txBox="1"/>
          <p:nvPr/>
        </p:nvSpPr>
        <p:spPr>
          <a:xfrm>
            <a:off x="438912" y="246888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pc="0" sz="3200" u="none" cap="none" strike="noStrike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±1.06 °C</a:t>
            </a:r>
            <a:endParaRPr/>
          </a:p>
        </p:txBody>
      </p:sp>
      <p:sp>
        <p:nvSpPr>
          <p:cNvPr id="701" name="Google Shape;701;p56"/>
          <p:cNvSpPr txBox="1"/>
          <p:nvPr/>
        </p:nvSpPr>
        <p:spPr>
          <a:xfrm>
            <a:off x="438912" y="292608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pc="0" sz="1200" u="none" cap="none" strike="noStrike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Mean 95 % prediction half-width of the global cubic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57"/>
          <p:cNvSpPr txBox="1"/>
          <p:nvPr>
            <p:ph idx="1" type="subTitle"/>
          </p:nvPr>
        </p:nvSpPr>
        <p:spPr>
          <a:xfrm>
            <a:off x="436850" y="1874519"/>
            <a:ext cx="2347200" cy="25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800"/>
              <a:t>Two models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/>
              <a:t>Cubic: 4 parameters, RMSE 0.54 °C. β-model: 2 parameters, RMSE 0.60 °C. Both are within the ±1 °C reference.</a:t>
            </a:r>
            <a:endParaRPr/>
          </a:p>
        </p:txBody>
      </p:sp>
      <p:sp>
        <p:nvSpPr>
          <p:cNvPr id="707" name="Google Shape;707;p57"/>
          <p:cNvSpPr txBox="1"/>
          <p:nvPr>
            <p:ph type="title"/>
          </p:nvPr>
        </p:nvSpPr>
        <p:spPr>
          <a:xfrm>
            <a:off x="436725" y="457200"/>
            <a:ext cx="8230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Discussion and conclusion</a:t>
            </a:r>
            <a:endParaRPr/>
          </a:p>
        </p:txBody>
      </p:sp>
      <p:sp>
        <p:nvSpPr>
          <p:cNvPr id="708" name="Google Shape;708;p57"/>
          <p:cNvSpPr txBox="1"/>
          <p:nvPr>
            <p:ph idx="2" type="subTitle"/>
          </p:nvPr>
        </p:nvSpPr>
        <p:spPr>
          <a:xfrm>
            <a:off x="3547650" y="1874519"/>
            <a:ext cx="2144400" cy="25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800"/>
              <a:t>Dynamics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/>
              <a:t>τ ≈ 3.5 s heating, 7.7 s cooling. The heating/cooling gap (about 0.6 °C) is below the reference uncertainty.</a:t>
            </a:r>
            <a:endParaRPr/>
          </a:p>
        </p:txBody>
      </p:sp>
      <p:sp>
        <p:nvSpPr>
          <p:cNvPr id="709" name="Google Shape;709;p57"/>
          <p:cNvSpPr txBox="1"/>
          <p:nvPr>
            <p:ph idx="3" type="subTitle"/>
          </p:nvPr>
        </p:nvSpPr>
        <p:spPr>
          <a:xfrm>
            <a:off x="6475350" y="1874519"/>
            <a:ext cx="2291400" cy="25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800"/>
              <a:t>Recommendation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/>
              <a:t>Use the β-model as the main calibration. Keep the cubic for the lowest error inside 0 to 98 °C.</a:t>
            </a:r>
            <a:endParaRPr/>
          </a:p>
        </p:txBody>
      </p:sp>
      <p:sp>
        <p:nvSpPr>
          <p:cNvPr id="710" name="Google Shape;710;p57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1" name="Google Shape;711;p57"/>
          <p:cNvSpPr txBox="1"/>
          <p:nvPr>
            <p:ph idx="4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8/10/2026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</p:txBody>
      </p:sp>
      <p:sp>
        <p:nvSpPr>
          <p:cNvPr id="712" name="Google Shape;712;p57"/>
          <p:cNvSpPr txBox="1"/>
          <p:nvPr>
            <p:ph idx="5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Calibrating Temperature Sensors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</p:txBody>
      </p:sp>
      <p:cxnSp>
        <p:nvCxnSpPr>
          <p:cNvPr id="713" name="Google Shape;713;p57"/>
          <p:cNvCxnSpPr/>
          <p:nvPr/>
        </p:nvCxnSpPr>
        <p:spPr>
          <a:xfrm>
            <a:off x="-9" y="1798332"/>
            <a:ext cx="91665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4" name="Google Shape;714;p57"/>
          <p:cNvCxnSpPr/>
          <p:nvPr/>
        </p:nvCxnSpPr>
        <p:spPr>
          <a:xfrm>
            <a:off x="6083700" y="1797925"/>
            <a:ext cx="0" cy="3345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5" name="Google Shape;715;p57"/>
          <p:cNvCxnSpPr/>
          <p:nvPr/>
        </p:nvCxnSpPr>
        <p:spPr>
          <a:xfrm>
            <a:off x="3156000" y="1797925"/>
            <a:ext cx="0" cy="3345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mpetitive Analysis">
  <a:themeElements>
    <a:clrScheme name="Simple Light">
      <a:dk1>
        <a:srgbClr val="F1F5F8"/>
      </a:dk1>
      <a:lt1>
        <a:srgbClr val="49070E"/>
      </a:lt1>
      <a:dk2>
        <a:srgbClr val="F8E4DC"/>
      </a:dk2>
      <a:lt2>
        <a:srgbClr val="F2631F"/>
      </a:lt2>
      <a:accent1>
        <a:srgbClr val="FFC490"/>
      </a:accent1>
      <a:accent2>
        <a:srgbClr val="913700"/>
      </a:accent2>
      <a:accent3>
        <a:srgbClr val="EACFC3"/>
      </a:accent3>
      <a:accent4>
        <a:srgbClr val="AB3F23"/>
      </a:accent4>
      <a:accent5>
        <a:srgbClr val="681227"/>
      </a:accent5>
      <a:accent6>
        <a:srgbClr val="EE732D"/>
      </a:accent6>
      <a:hlink>
        <a:srgbClr val="C2512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